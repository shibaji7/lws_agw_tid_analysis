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4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2885-4736-9689-0269-2F67EF48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88BB0F-7DE2-84F0-6E74-75B2127CB1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C4E68-45F7-C9BA-B806-C87C18451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D5158-EE34-1BB5-0DC4-620ACEE3C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EE028-9214-8942-B9CF-56684B81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53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95952-29A8-5760-BA6D-D5032343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03660-D2BD-61E9-AFDB-5E1921CA5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73A6D-3FEE-F9AF-DE08-575D9376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BEB-28BE-7A0F-EE12-FA99F288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698D4-3C22-AD53-0DAF-E9A59E113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0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D98F8-B77B-EA20-F797-C6A62A6C2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1A9DED-670D-AA2E-E580-5C6B65863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76173-82C2-B4C8-1673-8D84A982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C2C97-9313-2BCB-7B62-F0AC2975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0C2B2-C2BC-595C-DA32-846DFF7F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20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47EEA-A502-7DCF-8296-2152F3CD0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239CE-606C-8F9B-816F-95FCF27C6C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F3AB2-F8C4-28A3-2E35-5C55D1C77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3B411E-60B4-FE28-2EBE-03E3CDA8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BCB35-E444-6C18-1018-39324A73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0DBB87-4685-E77C-C4AE-868CD5D7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146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B0F19-A624-46E6-F046-77BC8FBC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F79A4-27B7-DD70-1E70-642A5986F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C96AD-6716-2802-DDDA-7D7405B7A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BB0244-555E-9A96-7330-E7BAF4F43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07D2A0-0ED1-BCC8-F2B7-1C0FC0561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CA8A2A-6460-ED72-175A-4333DBF90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4CFF3F-148A-80E1-0C4E-2B29EFAC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7CBCF6-C6A0-C1F2-7796-171D12CDF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61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E871-ABFD-A666-6A3E-97209F9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644E3F-AA9D-85A6-770A-88A3F31B8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82A3C9-65AA-B961-D385-C94FA9EB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E65E9-F133-2A74-8DF5-3FAEB7FC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16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6CF65A-0CB3-C2E6-D070-30ED0CDB1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FC5988-D1FB-7341-9078-E1FED635B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53A9D-0C27-0D02-73D8-3C2600E1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808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D05E-5C5F-2AA8-922E-4FA8B7B1D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6FA7-8944-2AB1-6E00-EF5783040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6E29F-F93B-5B90-065F-509F3F23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AC2DC-9F70-7715-DD4B-09CBC4DF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43C3C3-F8C9-295F-7676-0F4CEC92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22E4B-2478-7C7C-E5EF-661736600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18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D7E26-4B57-F0AF-54C7-58360E9D7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B35DB6-8351-920C-2A71-3D4931EA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B9B3-29D3-AA2E-F2B7-6249CB70D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25F84-9A8B-17D3-860F-57D6DEC16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07ECD-5038-4992-5276-81B7CE50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F7408-6BA0-7FBF-0B11-6E2B22DD0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35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2371E-D8CE-72DE-D769-58354476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ECB1C2-F4B6-FED5-566D-BAFE604F0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2335A-4008-C3E9-2367-555115B1C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EA26-434B-8FDD-8654-AB003D9CC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E82EF-4063-7B91-FBB9-16E2141BF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01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A2B4CB-3364-22D3-5ABE-0FCA25CB0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35768-7512-6C99-B67B-61868144D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1045C-06F0-BD34-31C4-04423645F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6BAC1-F40A-E82B-62FE-4428DF009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2C858-FA19-B81B-BEE7-D699F1132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9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FA726-8557-8C42-DCCE-95CCB637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12370-8E7A-C575-90C1-3270A6A83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0C87-DC5E-F7C5-1862-4CA5E1CC4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1442C-2328-9E68-F72B-630EBCB00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71D5A-7296-8134-09B8-E3E10FD08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4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1AF716-CA73-6D52-CE5A-B8322EE4D664}"/>
              </a:ext>
            </a:extLst>
          </p:cNvPr>
          <p:cNvGrpSpPr/>
          <p:nvPr/>
        </p:nvGrpSpPr>
        <p:grpSpPr>
          <a:xfrm>
            <a:off x="9361713" y="3799113"/>
            <a:ext cx="1828800" cy="1828800"/>
            <a:chOff x="3690256" y="1338941"/>
            <a:chExt cx="1828800" cy="18288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42A7CED-3806-82BC-7D46-C0C2A9DE84E3}"/>
                </a:ext>
              </a:extLst>
            </p:cNvPr>
            <p:cNvSpPr/>
            <p:nvPr/>
          </p:nvSpPr>
          <p:spPr>
            <a:xfrm>
              <a:off x="3690256" y="1338941"/>
              <a:ext cx="1828800" cy="18288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7A7E934-F037-9DF9-C5B8-AE9C9882C17A}"/>
                </a:ext>
              </a:extLst>
            </p:cNvPr>
            <p:cNvSpPr/>
            <p:nvPr/>
          </p:nvSpPr>
          <p:spPr>
            <a:xfrm>
              <a:off x="3918857" y="1567542"/>
              <a:ext cx="1371600" cy="137160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042C5A-5A50-F8D5-13A7-02C8B37E84AE}"/>
                </a:ext>
              </a:extLst>
            </p:cNvPr>
            <p:cNvSpPr/>
            <p:nvPr/>
          </p:nvSpPr>
          <p:spPr>
            <a:xfrm>
              <a:off x="4147457" y="1796142"/>
              <a:ext cx="914400" cy="9144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7C8DA2-E3B8-C547-A3A1-5DB344239DEA}"/>
              </a:ext>
            </a:extLst>
          </p:cNvPr>
          <p:cNvGrpSpPr/>
          <p:nvPr/>
        </p:nvGrpSpPr>
        <p:grpSpPr>
          <a:xfrm>
            <a:off x="8131625" y="359221"/>
            <a:ext cx="3646714" cy="1077691"/>
            <a:chOff x="3722910" y="1338938"/>
            <a:chExt cx="3145976" cy="107769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BB95D3-5B1A-DCAB-E280-0A4680930B27}"/>
                </a:ext>
              </a:extLst>
            </p:cNvPr>
            <p:cNvSpPr/>
            <p:nvPr/>
          </p:nvSpPr>
          <p:spPr>
            <a:xfrm>
              <a:off x="4016828" y="1338941"/>
              <a:ext cx="2525486" cy="1077688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FA00B1-1F8B-DAD9-38C2-A18C6A330E10}"/>
                </a:ext>
              </a:extLst>
            </p:cNvPr>
            <p:cNvSpPr/>
            <p:nvPr/>
          </p:nvSpPr>
          <p:spPr>
            <a:xfrm>
              <a:off x="4016828" y="1473653"/>
              <a:ext cx="2525486" cy="8082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A3BFA-8B5F-B86D-6086-6F8CE4C8429B}"/>
                </a:ext>
              </a:extLst>
            </p:cNvPr>
            <p:cNvSpPr/>
            <p:nvPr/>
          </p:nvSpPr>
          <p:spPr>
            <a:xfrm>
              <a:off x="4016828" y="1608364"/>
              <a:ext cx="2525486" cy="53884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B84D996-83D8-866E-33E0-6663E271E1D8}"/>
                </a:ext>
              </a:extLst>
            </p:cNvPr>
            <p:cNvGrpSpPr/>
            <p:nvPr/>
          </p:nvGrpSpPr>
          <p:grpSpPr>
            <a:xfrm>
              <a:off x="6215742" y="1338941"/>
              <a:ext cx="653144" cy="1077688"/>
              <a:chOff x="3690256" y="1338941"/>
              <a:chExt cx="1828800" cy="18288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9A11A8E-BE04-38C6-992D-BE32082394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BBBD32-F6A7-468F-6511-78B2B8FA89E1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1EBE87-6022-1FBA-AD06-4C2CE26115B7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8DA3C91-8223-8EB9-E663-CC6AF5D54BBB}"/>
                </a:ext>
              </a:extLst>
            </p:cNvPr>
            <p:cNvGrpSpPr/>
            <p:nvPr/>
          </p:nvGrpSpPr>
          <p:grpSpPr>
            <a:xfrm>
              <a:off x="3722910" y="1338938"/>
              <a:ext cx="653144" cy="1077688"/>
              <a:chOff x="3690256" y="1338941"/>
              <a:chExt cx="1828800" cy="18288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FDEB8A7-AEA0-B0E4-4CFE-3917B7833C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7141937-BE54-BB21-A78B-71C607744D6D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DDA2658-06B0-2CBA-5429-0D6F8453E98C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4C3629C-5AF2-10F5-9B17-BA0308202327}"/>
              </a:ext>
            </a:extLst>
          </p:cNvPr>
          <p:cNvSpPr/>
          <p:nvPr/>
        </p:nvSpPr>
        <p:spPr>
          <a:xfrm>
            <a:off x="717589" y="224787"/>
            <a:ext cx="6537058" cy="1077412"/>
          </a:xfrm>
          <a:custGeom>
            <a:avLst/>
            <a:gdLst>
              <a:gd name="connsiteX0" fmla="*/ 0 w 8567786"/>
              <a:gd name="connsiteY0" fmla="*/ 1383635 h 2644954"/>
              <a:gd name="connsiteX1" fmla="*/ 1611086 w 8567786"/>
              <a:gd name="connsiteY1" fmla="*/ 33807 h 2644954"/>
              <a:gd name="connsiteX2" fmla="*/ 3222172 w 8567786"/>
              <a:gd name="connsiteY2" fmla="*/ 2624607 h 2644954"/>
              <a:gd name="connsiteX3" fmla="*/ 4833257 w 8567786"/>
              <a:gd name="connsiteY3" fmla="*/ 12035 h 2644954"/>
              <a:gd name="connsiteX4" fmla="*/ 6433457 w 8567786"/>
              <a:gd name="connsiteY4" fmla="*/ 2635492 h 2644954"/>
              <a:gd name="connsiteX5" fmla="*/ 8218715 w 8567786"/>
              <a:gd name="connsiteY5" fmla="*/ 882892 h 2644954"/>
              <a:gd name="connsiteX6" fmla="*/ 8567057 w 8567786"/>
              <a:gd name="connsiteY6" fmla="*/ 654292 h 264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567786" h="2644954">
                <a:moveTo>
                  <a:pt x="0" y="1383635"/>
                </a:moveTo>
                <a:cubicBezTo>
                  <a:pt x="537028" y="605306"/>
                  <a:pt x="1074057" y="-173022"/>
                  <a:pt x="1611086" y="33807"/>
                </a:cubicBezTo>
                <a:cubicBezTo>
                  <a:pt x="2148115" y="240636"/>
                  <a:pt x="2685144" y="2628236"/>
                  <a:pt x="3222172" y="2624607"/>
                </a:cubicBezTo>
                <a:cubicBezTo>
                  <a:pt x="3759200" y="2620978"/>
                  <a:pt x="4298043" y="10221"/>
                  <a:pt x="4833257" y="12035"/>
                </a:cubicBezTo>
                <a:cubicBezTo>
                  <a:pt x="5368471" y="13849"/>
                  <a:pt x="5869214" y="2490349"/>
                  <a:pt x="6433457" y="2635492"/>
                </a:cubicBezTo>
                <a:cubicBezTo>
                  <a:pt x="6997700" y="2780635"/>
                  <a:pt x="7863115" y="1213092"/>
                  <a:pt x="8218715" y="882892"/>
                </a:cubicBezTo>
                <a:cubicBezTo>
                  <a:pt x="8574315" y="552692"/>
                  <a:pt x="8570686" y="603492"/>
                  <a:pt x="8567057" y="654292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4F9F1AC-CF0D-C47A-B461-A0B5F31A2DF2}"/>
              </a:ext>
            </a:extLst>
          </p:cNvPr>
          <p:cNvGrpSpPr/>
          <p:nvPr/>
        </p:nvGrpSpPr>
        <p:grpSpPr>
          <a:xfrm>
            <a:off x="1978314" y="3175908"/>
            <a:ext cx="5276333" cy="2352627"/>
            <a:chOff x="1978314" y="3175908"/>
            <a:chExt cx="5276333" cy="2352627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8F53AD9-54C1-1E62-BC36-2B9F9300FE3D}"/>
                </a:ext>
              </a:extLst>
            </p:cNvPr>
            <p:cNvGrpSpPr/>
            <p:nvPr/>
          </p:nvGrpSpPr>
          <p:grpSpPr>
            <a:xfrm>
              <a:off x="1978314" y="3175908"/>
              <a:ext cx="5276333" cy="2321379"/>
              <a:chOff x="2354552" y="1888404"/>
              <a:chExt cx="5276333" cy="328231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5BED41-078F-EFA7-2703-8EFE43B1148C}"/>
                  </a:ext>
                </a:extLst>
              </p:cNvPr>
              <p:cNvSpPr/>
              <p:nvPr/>
            </p:nvSpPr>
            <p:spPr>
              <a:xfrm>
                <a:off x="2354552" y="3460295"/>
                <a:ext cx="5276333" cy="171041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CC7A3E4-15A4-FACA-3467-B657833443C5}"/>
                  </a:ext>
                </a:extLst>
              </p:cNvPr>
              <p:cNvSpPr/>
              <p:nvPr/>
            </p:nvSpPr>
            <p:spPr>
              <a:xfrm rot="10800000">
                <a:off x="2354552" y="1888404"/>
                <a:ext cx="5276333" cy="17104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C670FCA-ABCB-D1B3-9EF1-AB787FEC1AAA}"/>
                </a:ext>
              </a:extLst>
            </p:cNvPr>
            <p:cNvSpPr/>
            <p:nvPr/>
          </p:nvSpPr>
          <p:spPr>
            <a:xfrm rot="1518602">
              <a:off x="3117211" y="4219327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E52C856-F8C5-8B65-07EB-CA3DC4BBBF51}"/>
                </a:ext>
              </a:extLst>
            </p:cNvPr>
            <p:cNvSpPr/>
            <p:nvPr/>
          </p:nvSpPr>
          <p:spPr>
            <a:xfrm rot="1518602">
              <a:off x="4237928" y="4219325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A1424EF-D9FA-0B20-6FA7-84B35659174D}"/>
                </a:ext>
              </a:extLst>
            </p:cNvPr>
            <p:cNvSpPr/>
            <p:nvPr/>
          </p:nvSpPr>
          <p:spPr>
            <a:xfrm rot="1518602">
              <a:off x="5358645" y="4227190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05808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B5E4E5E-7295-B828-3391-52D64EDC5971}"/>
              </a:ext>
            </a:extLst>
          </p:cNvPr>
          <p:cNvGrpSpPr/>
          <p:nvPr/>
        </p:nvGrpSpPr>
        <p:grpSpPr>
          <a:xfrm>
            <a:off x="1484077" y="-2948339"/>
            <a:ext cx="6850699" cy="10198420"/>
            <a:chOff x="1484077" y="-2948339"/>
            <a:chExt cx="6850699" cy="1019842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0BC15A8-1287-4B5F-17A3-DD8AD44C2BF1}"/>
                </a:ext>
              </a:extLst>
            </p:cNvPr>
            <p:cNvGrpSpPr/>
            <p:nvPr/>
          </p:nvGrpSpPr>
          <p:grpSpPr>
            <a:xfrm>
              <a:off x="2231573" y="3046342"/>
              <a:ext cx="5355706" cy="4203739"/>
              <a:chOff x="700607" y="31000"/>
              <a:chExt cx="5355706" cy="420373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07263B5-2645-08CA-7786-C94982F10301}"/>
                  </a:ext>
                </a:extLst>
              </p:cNvPr>
              <p:cNvGrpSpPr/>
              <p:nvPr/>
            </p:nvGrpSpPr>
            <p:grpSpPr>
              <a:xfrm>
                <a:off x="700607" y="2735086"/>
                <a:ext cx="5355706" cy="1499653"/>
                <a:chOff x="1093829" y="1317165"/>
                <a:chExt cx="6678572" cy="2111835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8B2C5445-AC9F-3AF5-EBCA-B939F753DF6C}"/>
                    </a:ext>
                  </a:extLst>
                </p:cNvPr>
                <p:cNvGrpSpPr/>
                <p:nvPr/>
              </p:nvGrpSpPr>
              <p:grpSpPr>
                <a:xfrm>
                  <a:off x="1556652" y="1317165"/>
                  <a:ext cx="5747661" cy="2111835"/>
                  <a:chOff x="3722910" y="1338938"/>
                  <a:chExt cx="3145976" cy="1077691"/>
                </a:xfrm>
              </p:grpSpPr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FB32E17-1AA7-F3EA-C482-E49F863422EE}"/>
                      </a:ext>
                    </a:extLst>
                  </p:cNvPr>
                  <p:cNvSpPr/>
                  <p:nvPr/>
                </p:nvSpPr>
                <p:spPr>
                  <a:xfrm>
                    <a:off x="4016828" y="1338941"/>
                    <a:ext cx="2525486" cy="1077688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70A9131-CA66-1254-B2F8-1F3D0B80CF45}"/>
                      </a:ext>
                    </a:extLst>
                  </p:cNvPr>
                  <p:cNvSpPr/>
                  <p:nvPr/>
                </p:nvSpPr>
                <p:spPr>
                  <a:xfrm>
                    <a:off x="4016828" y="1473653"/>
                    <a:ext cx="2525486" cy="808266"/>
                  </a:xfrm>
                  <a:prstGeom prst="rect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651CA343-0776-35FA-7A33-98FA0EF0566C}"/>
                      </a:ext>
                    </a:extLst>
                  </p:cNvPr>
                  <p:cNvSpPr/>
                  <p:nvPr/>
                </p:nvSpPr>
                <p:spPr>
                  <a:xfrm>
                    <a:off x="4016828" y="1608364"/>
                    <a:ext cx="2525486" cy="538844"/>
                  </a:xfrm>
                  <a:prstGeom prst="rect">
                    <a:avLst/>
                  </a:prstGeom>
                  <a:solidFill>
                    <a:schemeClr val="tx2">
                      <a:lumMod val="90000"/>
                      <a:lumOff val="1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2519F02A-280F-4899-4E04-EA066A09BE8D}"/>
                      </a:ext>
                    </a:extLst>
                  </p:cNvPr>
                  <p:cNvGrpSpPr/>
                  <p:nvPr/>
                </p:nvGrpSpPr>
                <p:grpSpPr>
                  <a:xfrm>
                    <a:off x="6215742" y="1338941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1B601B1D-A280-929B-1549-8E18B71FDA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0F3F09E7-795A-1797-F26A-6CDE2E723E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88E5303B-834B-CF45-9DC6-114225E74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FAD18923-7D56-8837-440C-DC9AA792A2C8}"/>
                      </a:ext>
                    </a:extLst>
                  </p:cNvPr>
                  <p:cNvGrpSpPr/>
                  <p:nvPr/>
                </p:nvGrpSpPr>
                <p:grpSpPr>
                  <a:xfrm>
                    <a:off x="3722910" y="1338938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3F821595-1281-0003-189D-766EEBF0F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" name="Oval 10">
                      <a:extLst>
                        <a:ext uri="{FF2B5EF4-FFF2-40B4-BE49-F238E27FC236}">
                          <a16:creationId xmlns:a16="http://schemas.microsoft.com/office/drawing/2014/main" id="{91D313CF-94E7-A77C-37DF-69EBC79EDA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" name="Oval 11">
                      <a:extLst>
                        <a:ext uri="{FF2B5EF4-FFF2-40B4-BE49-F238E27FC236}">
                          <a16:creationId xmlns:a16="http://schemas.microsoft.com/office/drawing/2014/main" id="{6AC57EE4-C227-7C4C-D773-C2261B8213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163E01D0-7C8A-AC4E-3702-37B6DB6A1BF4}"/>
                    </a:ext>
                  </a:extLst>
                </p:cNvPr>
                <p:cNvSpPr/>
                <p:nvPr/>
              </p:nvSpPr>
              <p:spPr>
                <a:xfrm>
                  <a:off x="1093829" y="1581145"/>
                  <a:ext cx="6678572" cy="1583873"/>
                </a:xfrm>
                <a:custGeom>
                  <a:avLst/>
                  <a:gdLst>
                    <a:gd name="connsiteX0" fmla="*/ 0 w 8567786"/>
                    <a:gd name="connsiteY0" fmla="*/ 1383635 h 2644954"/>
                    <a:gd name="connsiteX1" fmla="*/ 1611086 w 8567786"/>
                    <a:gd name="connsiteY1" fmla="*/ 33807 h 2644954"/>
                    <a:gd name="connsiteX2" fmla="*/ 3222172 w 8567786"/>
                    <a:gd name="connsiteY2" fmla="*/ 2624607 h 2644954"/>
                    <a:gd name="connsiteX3" fmla="*/ 4833257 w 8567786"/>
                    <a:gd name="connsiteY3" fmla="*/ 12035 h 2644954"/>
                    <a:gd name="connsiteX4" fmla="*/ 6433457 w 8567786"/>
                    <a:gd name="connsiteY4" fmla="*/ 2635492 h 2644954"/>
                    <a:gd name="connsiteX5" fmla="*/ 8218715 w 8567786"/>
                    <a:gd name="connsiteY5" fmla="*/ 882892 h 2644954"/>
                    <a:gd name="connsiteX6" fmla="*/ 8567057 w 8567786"/>
                    <a:gd name="connsiteY6" fmla="*/ 654292 h 2644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67786" h="2644954">
                      <a:moveTo>
                        <a:pt x="0" y="1383635"/>
                      </a:moveTo>
                      <a:cubicBezTo>
                        <a:pt x="537028" y="605306"/>
                        <a:pt x="1074057" y="-173022"/>
                        <a:pt x="1611086" y="33807"/>
                      </a:cubicBezTo>
                      <a:cubicBezTo>
                        <a:pt x="2148115" y="240636"/>
                        <a:pt x="2685144" y="2628236"/>
                        <a:pt x="3222172" y="2624607"/>
                      </a:cubicBezTo>
                      <a:cubicBezTo>
                        <a:pt x="3759200" y="2620978"/>
                        <a:pt x="4298043" y="10221"/>
                        <a:pt x="4833257" y="12035"/>
                      </a:cubicBezTo>
                      <a:cubicBezTo>
                        <a:pt x="5368471" y="13849"/>
                        <a:pt x="5869214" y="2490349"/>
                        <a:pt x="6433457" y="2635492"/>
                      </a:cubicBezTo>
                      <a:cubicBezTo>
                        <a:pt x="6997700" y="2780635"/>
                        <a:pt x="7863115" y="1213092"/>
                        <a:pt x="8218715" y="882892"/>
                      </a:cubicBezTo>
                      <a:cubicBezTo>
                        <a:pt x="8574315" y="552692"/>
                        <a:pt x="8570686" y="603492"/>
                        <a:pt x="8567057" y="654292"/>
                      </a:cubicBezTo>
                    </a:path>
                  </a:pathLst>
                </a:custGeom>
                <a:noFill/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F322983-7523-22A1-FD8E-825AB08FE9BF}"/>
                  </a:ext>
                </a:extLst>
              </p:cNvPr>
              <p:cNvGrpSpPr/>
              <p:nvPr/>
            </p:nvGrpSpPr>
            <p:grpSpPr>
              <a:xfrm>
                <a:off x="740294" y="31000"/>
                <a:ext cx="5276333" cy="2175597"/>
                <a:chOff x="281834" y="3453036"/>
                <a:chExt cx="5276333" cy="2175597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D99BBF6-27C0-64AA-BFB8-B525841DD21B}"/>
                    </a:ext>
                  </a:extLst>
                </p:cNvPr>
                <p:cNvGrpSpPr/>
                <p:nvPr/>
              </p:nvGrpSpPr>
              <p:grpSpPr>
                <a:xfrm>
                  <a:off x="281834" y="4195069"/>
                  <a:ext cx="5276333" cy="1433564"/>
                  <a:chOff x="2774662" y="3792298"/>
                  <a:chExt cx="5276333" cy="1433564"/>
                </a:xfrm>
              </p:grpSpPr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E2A5A18E-B4A1-74D1-14D6-061BEC68C674}"/>
                      </a:ext>
                    </a:extLst>
                  </p:cNvPr>
                  <p:cNvGrpSpPr/>
                  <p:nvPr/>
                </p:nvGrpSpPr>
                <p:grpSpPr>
                  <a:xfrm>
                    <a:off x="2774662" y="3792298"/>
                    <a:ext cx="5276333" cy="1433564"/>
                    <a:chOff x="1978314" y="4287610"/>
                    <a:chExt cx="5276333" cy="1433564"/>
                  </a:xfrm>
                </p:grpSpPr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4C0746A5-54C3-D2AD-8A29-0918163E9E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78314" y="4287610"/>
                      <a:ext cx="5276333" cy="142195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chemeClr val="accent5">
                            <a:lumMod val="75000"/>
                          </a:schemeClr>
                        </a:gs>
                        <a:gs pos="74000">
                          <a:schemeClr val="accent5">
                            <a:lumMod val="45000"/>
                            <a:lumOff val="55000"/>
                          </a:schemeClr>
                        </a:gs>
                        <a:gs pos="83000">
                          <a:schemeClr val="accent5">
                            <a:lumMod val="45000"/>
                            <a:lumOff val="55000"/>
                          </a:schemeClr>
                        </a:gs>
                        <a:gs pos="100000">
                          <a:schemeClr val="accent5">
                            <a:lumMod val="30000"/>
                            <a:lumOff val="70000"/>
                          </a:schemeClr>
                        </a:gs>
                      </a:gsLst>
                      <a:lin ang="5400000" scaled="0"/>
                      <a:tileRect/>
                    </a:gra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75F01246-F8AB-7A81-4C5D-6D73F00ACE5B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3043082" y="4707821"/>
                      <a:ext cx="757103" cy="1005482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3BD16DE-F6A0-5770-C1C6-FD28B62F58F3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4160391" y="4722996"/>
                      <a:ext cx="757103" cy="989540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A6976588-C03E-7314-F57B-9B615B4D7D7F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5284550" y="4715533"/>
                      <a:ext cx="757103" cy="1005641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EE22C885-E61F-35EB-324A-FF5D7B4490B6}"/>
                      </a:ext>
                    </a:extLst>
                  </p:cNvPr>
                  <p:cNvSpPr/>
                  <p:nvPr/>
                </p:nvSpPr>
                <p:spPr>
                  <a:xfrm>
                    <a:off x="3439885" y="4386820"/>
                    <a:ext cx="4365172" cy="773011"/>
                  </a:xfrm>
                  <a:custGeom>
                    <a:avLst/>
                    <a:gdLst>
                      <a:gd name="connsiteX0" fmla="*/ 0 w 4365172"/>
                      <a:gd name="connsiteY0" fmla="*/ 773011 h 773011"/>
                      <a:gd name="connsiteX1" fmla="*/ 413658 w 4365172"/>
                      <a:gd name="connsiteY1" fmla="*/ 642382 h 773011"/>
                      <a:gd name="connsiteX2" fmla="*/ 1143000 w 4365172"/>
                      <a:gd name="connsiteY2" fmla="*/ 43668 h 773011"/>
                      <a:gd name="connsiteX3" fmla="*/ 1502229 w 4365172"/>
                      <a:gd name="connsiteY3" fmla="*/ 424668 h 773011"/>
                      <a:gd name="connsiteX4" fmla="*/ 2253343 w 4365172"/>
                      <a:gd name="connsiteY4" fmla="*/ 65440 h 773011"/>
                      <a:gd name="connsiteX5" fmla="*/ 2645229 w 4365172"/>
                      <a:gd name="connsiteY5" fmla="*/ 294040 h 773011"/>
                      <a:gd name="connsiteX6" fmla="*/ 3341915 w 4365172"/>
                      <a:gd name="connsiteY6" fmla="*/ 125 h 773011"/>
                      <a:gd name="connsiteX7" fmla="*/ 3777343 w 4365172"/>
                      <a:gd name="connsiteY7" fmla="*/ 261382 h 773011"/>
                      <a:gd name="connsiteX8" fmla="*/ 4365172 w 4365172"/>
                      <a:gd name="connsiteY8" fmla="*/ 566182 h 7730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365172" h="773011">
                        <a:moveTo>
                          <a:pt x="0" y="773011"/>
                        </a:moveTo>
                        <a:cubicBezTo>
                          <a:pt x="111579" y="768475"/>
                          <a:pt x="223158" y="763939"/>
                          <a:pt x="413658" y="642382"/>
                        </a:cubicBezTo>
                        <a:cubicBezTo>
                          <a:pt x="604158" y="520825"/>
                          <a:pt x="961572" y="79954"/>
                          <a:pt x="1143000" y="43668"/>
                        </a:cubicBezTo>
                        <a:cubicBezTo>
                          <a:pt x="1324428" y="7382"/>
                          <a:pt x="1317172" y="421039"/>
                          <a:pt x="1502229" y="424668"/>
                        </a:cubicBezTo>
                        <a:cubicBezTo>
                          <a:pt x="1687286" y="428297"/>
                          <a:pt x="2062843" y="87211"/>
                          <a:pt x="2253343" y="65440"/>
                        </a:cubicBezTo>
                        <a:cubicBezTo>
                          <a:pt x="2443843" y="43669"/>
                          <a:pt x="2463800" y="304926"/>
                          <a:pt x="2645229" y="294040"/>
                        </a:cubicBezTo>
                        <a:cubicBezTo>
                          <a:pt x="2826658" y="283154"/>
                          <a:pt x="3153229" y="5568"/>
                          <a:pt x="3341915" y="125"/>
                        </a:cubicBezTo>
                        <a:cubicBezTo>
                          <a:pt x="3530601" y="-5318"/>
                          <a:pt x="3606800" y="167039"/>
                          <a:pt x="3777343" y="261382"/>
                        </a:cubicBezTo>
                        <a:cubicBezTo>
                          <a:pt x="3947886" y="355725"/>
                          <a:pt x="4238172" y="511753"/>
                          <a:pt x="4365172" y="566182"/>
                        </a:cubicBezTo>
                      </a:path>
                    </a:pathLst>
                  </a:custGeom>
                  <a:noFill/>
                  <a:ln w="38100">
                    <a:solidFill>
                      <a:srgbClr val="FFFF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0B6F6634-9A56-5094-76A3-E48345C692E9}"/>
                    </a:ext>
                  </a:extLst>
                </p:cNvPr>
                <p:cNvGrpSpPr/>
                <p:nvPr/>
              </p:nvGrpSpPr>
              <p:grpSpPr>
                <a:xfrm>
                  <a:off x="1648331" y="3453036"/>
                  <a:ext cx="2519071" cy="707886"/>
                  <a:chOff x="1648331" y="3453036"/>
                  <a:chExt cx="2519071" cy="707886"/>
                </a:xfrm>
              </p:grpSpPr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7ADCB617-7C03-B5A3-174B-3634061E87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48331" y="4138234"/>
                    <a:ext cx="2241434" cy="7863"/>
                  </a:xfrm>
                  <a:prstGeom prst="straightConnector1">
                    <a:avLst/>
                  </a:prstGeom>
                  <a:ln w="12700">
                    <a:solidFill>
                      <a:schemeClr val="tx1">
                        <a:lumMod val="95000"/>
                        <a:lumOff val="5000"/>
                      </a:schemeClr>
                    </a:solidFill>
                    <a:headEnd type="triangle"/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E268EAD-7F41-EF5A-66A5-251BA7F7D94F}"/>
                      </a:ext>
                    </a:extLst>
                  </p:cNvPr>
                  <p:cNvSpPr txBox="1"/>
                  <p:nvPr/>
                </p:nvSpPr>
                <p:spPr>
                  <a:xfrm>
                    <a:off x="1758926" y="3453036"/>
                    <a:ext cx="2408476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TID structures are 100-1000 km long.</a:t>
                    </a:r>
                  </a:p>
                </p:txBody>
              </p:sp>
            </p:grp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F834BDB2-47D7-C02A-B7E9-134EB7228919}"/>
                    </a:ext>
                  </a:extLst>
                </p:cNvPr>
                <p:cNvSpPr/>
                <p:nvPr/>
              </p:nvSpPr>
              <p:spPr>
                <a:xfrm>
                  <a:off x="870857" y="4550227"/>
                  <a:ext cx="2786743" cy="1012373"/>
                </a:xfrm>
                <a:custGeom>
                  <a:avLst/>
                  <a:gdLst>
                    <a:gd name="connsiteX0" fmla="*/ 0 w 2786743"/>
                    <a:gd name="connsiteY0" fmla="*/ 1012373 h 1012373"/>
                    <a:gd name="connsiteX1" fmla="*/ 1382486 w 2786743"/>
                    <a:gd name="connsiteY1" fmla="*/ 2 h 1012373"/>
                    <a:gd name="connsiteX2" fmla="*/ 2786743 w 2786743"/>
                    <a:gd name="connsiteY2" fmla="*/ 1001487 h 10123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86743" h="1012373">
                      <a:moveTo>
                        <a:pt x="0" y="1012373"/>
                      </a:moveTo>
                      <a:cubicBezTo>
                        <a:pt x="459014" y="507094"/>
                        <a:pt x="918029" y="1816"/>
                        <a:pt x="1382486" y="2"/>
                      </a:cubicBezTo>
                      <a:cubicBezTo>
                        <a:pt x="1846943" y="-1812"/>
                        <a:pt x="2541815" y="830944"/>
                        <a:pt x="2786743" y="1001487"/>
                      </a:cubicBezTo>
                    </a:path>
                  </a:pathLst>
                </a:custGeom>
                <a:noFill/>
                <a:ln w="38100">
                  <a:solidFill>
                    <a:srgbClr val="FFFF00"/>
                  </a:solidFill>
                  <a:prstDash val="lg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pic>
          <p:nvPicPr>
            <p:cNvPr id="26" name="Picture 2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95B366A6-3774-A722-5F09-020998FB3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84077" y="-2948339"/>
              <a:ext cx="6850699" cy="5823825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86A6491-BDE7-E91B-8665-706738904932}"/>
              </a:ext>
            </a:extLst>
          </p:cNvPr>
          <p:cNvSpPr txBox="1"/>
          <p:nvPr/>
        </p:nvSpPr>
        <p:spPr>
          <a:xfrm>
            <a:off x="2677886" y="342900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6F94A4-0BDD-4F58-8A37-DCE18494179D}"/>
              </a:ext>
            </a:extLst>
          </p:cNvPr>
          <p:cNvSpPr txBox="1"/>
          <p:nvPr/>
        </p:nvSpPr>
        <p:spPr>
          <a:xfrm>
            <a:off x="2677886" y="5192486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(C.2)</a:t>
            </a:r>
          </a:p>
        </p:txBody>
      </p:sp>
    </p:spTree>
    <p:extLst>
      <p:ext uri="{BB962C8B-B14F-4D97-AF65-F5344CB8AC3E}">
        <p14:creationId xmlns:p14="http://schemas.microsoft.com/office/powerpoint/2010/main" val="1190546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DA503A4-59E5-A27F-0B6B-1BF21A2F53FA}"/>
              </a:ext>
            </a:extLst>
          </p:cNvPr>
          <p:cNvGrpSpPr/>
          <p:nvPr/>
        </p:nvGrpSpPr>
        <p:grpSpPr>
          <a:xfrm>
            <a:off x="-38733" y="136908"/>
            <a:ext cx="12269465" cy="5110271"/>
            <a:chOff x="608335" y="1497358"/>
            <a:chExt cx="10483175" cy="4209772"/>
          </a:xfrm>
        </p:grpSpPr>
        <p:pic>
          <p:nvPicPr>
            <p:cNvPr id="3" name="Picture 2" descr="A map with a number of points&#10;&#10;AI-generated content may be incorrect.">
              <a:extLst>
                <a:ext uri="{FF2B5EF4-FFF2-40B4-BE49-F238E27FC236}">
                  <a16:creationId xmlns:a16="http://schemas.microsoft.com/office/drawing/2014/main" id="{BDDDC78B-B828-1F54-6B50-23CF83FC1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0869" y="1701208"/>
              <a:ext cx="3329103" cy="4005922"/>
            </a:xfrm>
            <a:prstGeom prst="rect">
              <a:avLst/>
            </a:prstGeom>
          </p:spPr>
        </p:pic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8A42A21-4EA5-1A58-68B1-C54006A12F96}"/>
                </a:ext>
              </a:extLst>
            </p:cNvPr>
            <p:cNvGrpSpPr/>
            <p:nvPr/>
          </p:nvGrpSpPr>
          <p:grpSpPr>
            <a:xfrm>
              <a:off x="1136650" y="4140200"/>
              <a:ext cx="381000" cy="609600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0D8B7B2-5268-9A1C-0BF3-3E5206B107C8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7029BA8-5788-58B3-AA82-897612F57AB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34DF292-CB0C-0672-C993-095761F30372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D4192B7-BAEB-7479-8270-5D1B284C21C9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BE20E15-975C-FE07-A9FE-6AC88F589FB7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6465A0C-9F27-EF04-9EBC-D0BF70248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10A3A6-20FA-0221-0033-53141FEA1E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9DAC443-A865-79C4-D7BD-0965D1D416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3F607FC-E9B5-FD8D-ADCB-9F1C7FBE1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EEE09C-A668-94DF-9F3D-7EE4E8CC54B9}"/>
                </a:ext>
              </a:extLst>
            </p:cNvPr>
            <p:cNvSpPr/>
            <p:nvPr/>
          </p:nvSpPr>
          <p:spPr>
            <a:xfrm>
              <a:off x="952500" y="4158037"/>
              <a:ext cx="6600419" cy="590581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D185319-F5A9-3D0D-9AEE-B65D6F6BBB23}"/>
                </a:ext>
              </a:extLst>
            </p:cNvPr>
            <p:cNvGrpSpPr/>
            <p:nvPr/>
          </p:nvGrpSpPr>
          <p:grpSpPr>
            <a:xfrm>
              <a:off x="844550" y="2126351"/>
              <a:ext cx="6629400" cy="1549431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CD96414-6B4C-4DF5-1813-010DB4261AB5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96B823D0-C7E7-0807-3045-B461D817E299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8A8460B-93AB-FB1B-A0DA-5DCECEDCD38A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3F3E435C-B0EE-2A8B-9577-780B1CA6F6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9ACC32D-BAAB-64BC-F08C-1C19323B0289}"/>
                  </a:ext>
                </a:extLst>
              </p:cNvPr>
              <p:cNvSpPr txBox="1"/>
              <p:nvPr/>
            </p:nvSpPr>
            <p:spPr>
              <a:xfrm rot="797264">
                <a:off x="6550639" y="2558078"/>
                <a:ext cx="1061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5F5D042-825D-3224-130E-CAA94084CB17}"/>
                  </a:ext>
                </a:extLst>
              </p:cNvPr>
              <p:cNvSpPr txBox="1"/>
              <p:nvPr/>
            </p:nvSpPr>
            <p:spPr>
              <a:xfrm rot="714879">
                <a:off x="6456688" y="2821454"/>
                <a:ext cx="106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4F7488-89BF-C53D-7CC9-2F76EDED9C5F}"/>
                  </a:ext>
                </a:extLst>
              </p:cNvPr>
              <p:cNvSpPr txBox="1"/>
              <p:nvPr/>
            </p:nvSpPr>
            <p:spPr>
              <a:xfrm rot="671485">
                <a:off x="6394074" y="3034484"/>
                <a:ext cx="11064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F37D8F2-D555-7FC9-46D3-C5B070518D24}"/>
                </a:ext>
              </a:extLst>
            </p:cNvPr>
            <p:cNvSpPr/>
            <p:nvPr/>
          </p:nvSpPr>
          <p:spPr>
            <a:xfrm rot="258862">
              <a:off x="4749800" y="40830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0A885DC9-9A53-9B0C-443D-B791EB0E26AD}"/>
                </a:ext>
              </a:extLst>
            </p:cNvPr>
            <p:cNvSpPr/>
            <p:nvPr/>
          </p:nvSpPr>
          <p:spPr>
            <a:xfrm rot="885761">
              <a:off x="6324600" y="43624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348C23C-4F16-D71F-76D6-D54888DFF5E9}"/>
                </a:ext>
              </a:extLst>
            </p:cNvPr>
            <p:cNvSpPr/>
            <p:nvPr/>
          </p:nvSpPr>
          <p:spPr>
            <a:xfrm>
              <a:off x="1435100" y="2919613"/>
              <a:ext cx="3321050" cy="1353937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F600938-4B6C-6C4C-6D23-1F716959CA49}"/>
                </a:ext>
              </a:extLst>
            </p:cNvPr>
            <p:cNvSpPr/>
            <p:nvPr/>
          </p:nvSpPr>
          <p:spPr>
            <a:xfrm>
              <a:off x="1441450" y="2298538"/>
              <a:ext cx="4895850" cy="2076612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EF6A1632-09DF-32D6-390D-B835FAAC89A5}"/>
                </a:ext>
              </a:extLst>
            </p:cNvPr>
            <p:cNvGrpSpPr/>
            <p:nvPr/>
          </p:nvGrpSpPr>
          <p:grpSpPr>
            <a:xfrm>
              <a:off x="3111500" y="2203288"/>
              <a:ext cx="698500" cy="475544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F247D4D5-5CC2-4712-DDBE-53AE546FB701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B543003D-4E17-ADFF-EEEA-EDE128DFEDC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989EA8F-4071-626D-86C4-7BB1A27FEA25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47F149E2-B044-A5AD-0F10-5D7163B9E80F}"/>
                </a:ext>
              </a:extLst>
            </p:cNvPr>
            <p:cNvSpPr/>
            <p:nvPr/>
          </p:nvSpPr>
          <p:spPr>
            <a:xfrm>
              <a:off x="1447800" y="2489200"/>
              <a:ext cx="1860550" cy="1771650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A20640-11C2-56B5-B1AD-E857EC9374A7}"/>
                </a:ext>
              </a:extLst>
            </p:cNvPr>
            <p:cNvSpPr txBox="1"/>
            <p:nvPr/>
          </p:nvSpPr>
          <p:spPr>
            <a:xfrm>
              <a:off x="3572770" y="2195601"/>
              <a:ext cx="20601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</a:t>
              </a:r>
            </a:p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3A86B8E-E809-2C25-3282-8D92FD1A18DC}"/>
                </a:ext>
              </a:extLst>
            </p:cNvPr>
            <p:cNvSpPr txBox="1"/>
            <p:nvPr/>
          </p:nvSpPr>
          <p:spPr>
            <a:xfrm>
              <a:off x="844550" y="4741797"/>
              <a:ext cx="9101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68679FE-9558-0F74-46C6-E56CD801EED2}"/>
                </a:ext>
              </a:extLst>
            </p:cNvPr>
            <p:cNvSpPr txBox="1"/>
            <p:nvPr/>
          </p:nvSpPr>
          <p:spPr>
            <a:xfrm rot="1968219">
              <a:off x="2509944" y="3393976"/>
              <a:ext cx="22628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</a:t>
              </a:r>
            </a:p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AAE0F7E-0500-8A23-5CFB-0DB778DAF167}"/>
                </a:ext>
              </a:extLst>
            </p:cNvPr>
            <p:cNvSpPr txBox="1"/>
            <p:nvPr/>
          </p:nvSpPr>
          <p:spPr>
            <a:xfrm rot="2638120">
              <a:off x="4138297" y="3354179"/>
              <a:ext cx="2256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49F973E-C3FC-0EE1-F88A-3330E10FB01B}"/>
                </a:ext>
              </a:extLst>
            </p:cNvPr>
            <p:cNvSpPr txBox="1"/>
            <p:nvPr/>
          </p:nvSpPr>
          <p:spPr>
            <a:xfrm rot="20529758">
              <a:off x="608335" y="2428838"/>
              <a:ext cx="2277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E3A0D3C-96CF-E8DC-7CA1-AE362A64CE6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467" y="1670500"/>
              <a:ext cx="11708" cy="141470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D4864DC-860F-9444-DE61-688442F4EF7B}"/>
                </a:ext>
              </a:extLst>
            </p:cNvPr>
            <p:cNvSpPr txBox="1"/>
            <p:nvPr/>
          </p:nvSpPr>
          <p:spPr>
            <a:xfrm>
              <a:off x="2575367" y="1497358"/>
              <a:ext cx="1234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03B9EBB6-F8A0-85C8-1597-44C266CC3455}"/>
                </a:ext>
              </a:extLst>
            </p:cNvPr>
            <p:cNvGrpSpPr/>
            <p:nvPr/>
          </p:nvGrpSpPr>
          <p:grpSpPr>
            <a:xfrm>
              <a:off x="7803048" y="3044668"/>
              <a:ext cx="1848049" cy="2068450"/>
              <a:chOff x="7803048" y="3044668"/>
              <a:chExt cx="1848049" cy="2068450"/>
            </a:xfrm>
          </p:grpSpPr>
          <p:sp>
            <p:nvSpPr>
              <p:cNvPr id="102" name="Arc 101">
                <a:extLst>
                  <a:ext uri="{FF2B5EF4-FFF2-40B4-BE49-F238E27FC236}">
                    <a16:creationId xmlns:a16="http://schemas.microsoft.com/office/drawing/2014/main" id="{E214FC43-0455-DB1C-F307-DD031146F925}"/>
                  </a:ext>
                </a:extLst>
              </p:cNvPr>
              <p:cNvSpPr/>
              <p:nvPr/>
            </p:nvSpPr>
            <p:spPr>
              <a:xfrm>
                <a:off x="7996816" y="3704169"/>
                <a:ext cx="877594" cy="1174024"/>
              </a:xfrm>
              <a:prstGeom prst="arc">
                <a:avLst>
                  <a:gd name="adj1" fmla="val 16200000"/>
                  <a:gd name="adj2" fmla="val 563031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Arc 102">
                <a:extLst>
                  <a:ext uri="{FF2B5EF4-FFF2-40B4-BE49-F238E27FC236}">
                    <a16:creationId xmlns:a16="http://schemas.microsoft.com/office/drawing/2014/main" id="{61C44AAC-CADC-58E7-84A6-AE555CB16B04}"/>
                  </a:ext>
                </a:extLst>
              </p:cNvPr>
              <p:cNvSpPr/>
              <p:nvPr/>
            </p:nvSpPr>
            <p:spPr>
              <a:xfrm>
                <a:off x="7803048" y="3044668"/>
                <a:ext cx="1848049" cy="2068450"/>
              </a:xfrm>
              <a:prstGeom prst="arc">
                <a:avLst>
                  <a:gd name="adj1" fmla="val 16200000"/>
                  <a:gd name="adj2" fmla="val 881412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3E35576F-4724-7C3D-778C-92594AD732D5}"/>
                  </a:ext>
                </a:extLst>
              </p:cNvPr>
              <p:cNvGrpSpPr/>
              <p:nvPr/>
            </p:nvGrpSpPr>
            <p:grpSpPr>
              <a:xfrm>
                <a:off x="8435613" y="3044668"/>
                <a:ext cx="1191134" cy="1318481"/>
                <a:chOff x="8435613" y="3044668"/>
                <a:chExt cx="1191134" cy="1318481"/>
              </a:xfrm>
            </p:grpSpPr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070AFEE0-B63C-406D-6965-4398B58CD1D6}"/>
                    </a:ext>
                  </a:extLst>
                </p:cNvPr>
                <p:cNvCxnSpPr>
                  <a:cxnSpLocks/>
                  <a:stCxn id="102" idx="0"/>
                  <a:endCxn id="103" idx="0"/>
                </p:cNvCxnSpPr>
                <p:nvPr/>
              </p:nvCxnSpPr>
              <p:spPr>
                <a:xfrm flipV="1">
                  <a:off x="8435613" y="3044668"/>
                  <a:ext cx="291459" cy="659501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198A2B6C-C604-6761-4E75-5421F0603016}"/>
                    </a:ext>
                  </a:extLst>
                </p:cNvPr>
                <p:cNvCxnSpPr>
                  <a:cxnSpLocks/>
                  <a:stCxn id="102" idx="2"/>
                  <a:endCxn id="103" idx="2"/>
                </p:cNvCxnSpPr>
                <p:nvPr/>
              </p:nvCxnSpPr>
              <p:spPr>
                <a:xfrm flipV="1">
                  <a:off x="8871100" y="4314754"/>
                  <a:ext cx="755647" cy="48395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4" name="Arc 123">
              <a:extLst>
                <a:ext uri="{FF2B5EF4-FFF2-40B4-BE49-F238E27FC236}">
                  <a16:creationId xmlns:a16="http://schemas.microsoft.com/office/drawing/2014/main" id="{47F42DEB-0B75-82D6-B8E1-64B0507F614D}"/>
                </a:ext>
              </a:extLst>
            </p:cNvPr>
            <p:cNvSpPr/>
            <p:nvPr/>
          </p:nvSpPr>
          <p:spPr>
            <a:xfrm>
              <a:off x="8520826" y="2838224"/>
              <a:ext cx="1848049" cy="2068450"/>
            </a:xfrm>
            <a:prstGeom prst="arc">
              <a:avLst>
                <a:gd name="adj1" fmla="val 16200000"/>
                <a:gd name="adj2" fmla="val 881412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FBEDBCD3-5D61-E8B9-E1EA-15D58F1FC4C3}"/>
                </a:ext>
              </a:extLst>
            </p:cNvPr>
            <p:cNvSpPr/>
            <p:nvPr/>
          </p:nvSpPr>
          <p:spPr>
            <a:xfrm>
              <a:off x="8032663" y="3021038"/>
              <a:ext cx="1848049" cy="2068450"/>
            </a:xfrm>
            <a:prstGeom prst="arc">
              <a:avLst>
                <a:gd name="adj1" fmla="val 17073580"/>
                <a:gd name="adj2" fmla="val 474089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28ABE7B-4F67-9C3C-75D9-ADD85556D231}"/>
                </a:ext>
              </a:extLst>
            </p:cNvPr>
            <p:cNvCxnSpPr>
              <a:stCxn id="125" idx="0"/>
              <a:endCxn id="124" idx="0"/>
            </p:cNvCxnSpPr>
            <p:nvPr/>
          </p:nvCxnSpPr>
          <p:spPr>
            <a:xfrm flipV="1">
              <a:off x="9214628" y="2838224"/>
              <a:ext cx="230222" cy="22392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71293CB-1E86-EB72-BCE5-6F660D00A867}"/>
                </a:ext>
              </a:extLst>
            </p:cNvPr>
            <p:cNvCxnSpPr>
              <a:cxnSpLocks/>
              <a:stCxn id="125" idx="2"/>
              <a:endCxn id="124" idx="2"/>
            </p:cNvCxnSpPr>
            <p:nvPr/>
          </p:nvCxnSpPr>
          <p:spPr>
            <a:xfrm flipV="1">
              <a:off x="9873689" y="4108310"/>
              <a:ext cx="470836" cy="7422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C79C1C4-4A93-D72E-4B24-045308E8EF3B}"/>
                </a:ext>
              </a:extLst>
            </p:cNvPr>
            <p:cNvSpPr txBox="1"/>
            <p:nvPr/>
          </p:nvSpPr>
          <p:spPr>
            <a:xfrm>
              <a:off x="1805921" y="1922219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291619B-5B0F-7A20-F27D-23932CDB4087}"/>
                </a:ext>
              </a:extLst>
            </p:cNvPr>
            <p:cNvSpPr txBox="1"/>
            <p:nvPr/>
          </p:nvSpPr>
          <p:spPr>
            <a:xfrm>
              <a:off x="7936131" y="2018622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61CFD1-82CD-BC64-1AD6-117ADA0FA564}"/>
                </a:ext>
              </a:extLst>
            </p:cNvPr>
            <p:cNvSpPr txBox="1"/>
            <p:nvPr/>
          </p:nvSpPr>
          <p:spPr>
            <a:xfrm>
              <a:off x="7852005" y="3765107"/>
              <a:ext cx="1079398" cy="760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E</a:t>
              </a:r>
              <a:r>
                <a:rPr lang="en-US" baseline="-25000" dirty="0">
                  <a:solidFill>
                    <a:srgbClr val="FF0000"/>
                  </a:solidFill>
                </a:rPr>
                <a:t>s</a:t>
              </a:r>
              <a:r>
                <a:rPr lang="en-US" dirty="0">
                  <a:solidFill>
                    <a:srgbClr val="FF0000"/>
                  </a:solidFill>
                </a:rPr>
                <a:t>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Ground Scatter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A39408-D38D-2F2B-2176-6D5D62F74FE7}"/>
                </a:ext>
              </a:extLst>
            </p:cNvPr>
            <p:cNvSpPr txBox="1"/>
            <p:nvPr/>
          </p:nvSpPr>
          <p:spPr>
            <a:xfrm>
              <a:off x="10018524" y="2596447"/>
              <a:ext cx="1072986" cy="760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F Ground Scatter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373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6C621AA0-5879-0B1D-D545-54F2CBBACF4A}"/>
              </a:ext>
            </a:extLst>
          </p:cNvPr>
          <p:cNvGrpSpPr/>
          <p:nvPr/>
        </p:nvGrpSpPr>
        <p:grpSpPr>
          <a:xfrm>
            <a:off x="2496000" y="966058"/>
            <a:ext cx="7200000" cy="4925883"/>
            <a:chOff x="2496000" y="966058"/>
            <a:chExt cx="7200000" cy="4925883"/>
          </a:xfrm>
        </p:grpSpPr>
        <p:pic>
          <p:nvPicPr>
            <p:cNvPr id="5" name="Picture 4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55A09995-CF9B-76CC-49AE-8F6DE3112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000" y="966058"/>
              <a:ext cx="7200000" cy="4925883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F6F5A37-C517-2B9E-75A3-B6FC60616EBF}"/>
                </a:ext>
              </a:extLst>
            </p:cNvPr>
            <p:cNvGrpSpPr/>
            <p:nvPr/>
          </p:nvGrpSpPr>
          <p:grpSpPr>
            <a:xfrm>
              <a:off x="3222171" y="1600200"/>
              <a:ext cx="4626429" cy="2974709"/>
              <a:chOff x="3222171" y="1600200"/>
              <a:chExt cx="4626429" cy="2974709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DADF6E9C-FF60-3E2A-D893-13C5881795E0}"/>
                  </a:ext>
                </a:extLst>
              </p:cNvPr>
              <p:cNvSpPr/>
              <p:nvPr/>
            </p:nvSpPr>
            <p:spPr>
              <a:xfrm>
                <a:off x="3222171" y="1600200"/>
                <a:ext cx="4626429" cy="664423"/>
              </a:xfrm>
              <a:custGeom>
                <a:avLst/>
                <a:gdLst>
                  <a:gd name="connsiteX0" fmla="*/ 0 w 4626429"/>
                  <a:gd name="connsiteY0" fmla="*/ 446314 h 664423"/>
                  <a:gd name="connsiteX1" fmla="*/ 326572 w 4626429"/>
                  <a:gd name="connsiteY1" fmla="*/ 620486 h 664423"/>
                  <a:gd name="connsiteX2" fmla="*/ 827315 w 4626429"/>
                  <a:gd name="connsiteY2" fmla="*/ 326571 h 664423"/>
                  <a:gd name="connsiteX3" fmla="*/ 1143000 w 4626429"/>
                  <a:gd name="connsiteY3" fmla="*/ 468086 h 664423"/>
                  <a:gd name="connsiteX4" fmla="*/ 1643743 w 4626429"/>
                  <a:gd name="connsiteY4" fmla="*/ 370114 h 664423"/>
                  <a:gd name="connsiteX5" fmla="*/ 1948543 w 4626429"/>
                  <a:gd name="connsiteY5" fmla="*/ 664029 h 664423"/>
                  <a:gd name="connsiteX6" fmla="*/ 2656115 w 4626429"/>
                  <a:gd name="connsiteY6" fmla="*/ 435429 h 664423"/>
                  <a:gd name="connsiteX7" fmla="*/ 3124200 w 4626429"/>
                  <a:gd name="connsiteY7" fmla="*/ 533400 h 664423"/>
                  <a:gd name="connsiteX8" fmla="*/ 3494315 w 4626429"/>
                  <a:gd name="connsiteY8" fmla="*/ 413657 h 664423"/>
                  <a:gd name="connsiteX9" fmla="*/ 3799115 w 4626429"/>
                  <a:gd name="connsiteY9" fmla="*/ 489857 h 664423"/>
                  <a:gd name="connsiteX10" fmla="*/ 4114800 w 4626429"/>
                  <a:gd name="connsiteY10" fmla="*/ 489857 h 664423"/>
                  <a:gd name="connsiteX11" fmla="*/ 4626429 w 4626429"/>
                  <a:gd name="connsiteY11" fmla="*/ 0 h 664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626429" h="664423">
                    <a:moveTo>
                      <a:pt x="0" y="446314"/>
                    </a:moveTo>
                    <a:cubicBezTo>
                      <a:pt x="94343" y="543378"/>
                      <a:pt x="188686" y="640443"/>
                      <a:pt x="326572" y="620486"/>
                    </a:cubicBezTo>
                    <a:cubicBezTo>
                      <a:pt x="464458" y="600529"/>
                      <a:pt x="691244" y="351971"/>
                      <a:pt x="827315" y="326571"/>
                    </a:cubicBezTo>
                    <a:cubicBezTo>
                      <a:pt x="963386" y="301171"/>
                      <a:pt x="1006929" y="460829"/>
                      <a:pt x="1143000" y="468086"/>
                    </a:cubicBezTo>
                    <a:cubicBezTo>
                      <a:pt x="1279071" y="475343"/>
                      <a:pt x="1509486" y="337457"/>
                      <a:pt x="1643743" y="370114"/>
                    </a:cubicBezTo>
                    <a:cubicBezTo>
                      <a:pt x="1778000" y="402771"/>
                      <a:pt x="1779815" y="653143"/>
                      <a:pt x="1948543" y="664029"/>
                    </a:cubicBezTo>
                    <a:cubicBezTo>
                      <a:pt x="2117271" y="674915"/>
                      <a:pt x="2460172" y="457200"/>
                      <a:pt x="2656115" y="435429"/>
                    </a:cubicBezTo>
                    <a:cubicBezTo>
                      <a:pt x="2852058" y="413658"/>
                      <a:pt x="2984500" y="537029"/>
                      <a:pt x="3124200" y="533400"/>
                    </a:cubicBezTo>
                    <a:cubicBezTo>
                      <a:pt x="3263900" y="529771"/>
                      <a:pt x="3381829" y="420914"/>
                      <a:pt x="3494315" y="413657"/>
                    </a:cubicBezTo>
                    <a:cubicBezTo>
                      <a:pt x="3606801" y="406400"/>
                      <a:pt x="3695701" y="477157"/>
                      <a:pt x="3799115" y="489857"/>
                    </a:cubicBezTo>
                    <a:cubicBezTo>
                      <a:pt x="3902529" y="502557"/>
                      <a:pt x="3976914" y="571500"/>
                      <a:pt x="4114800" y="489857"/>
                    </a:cubicBezTo>
                    <a:cubicBezTo>
                      <a:pt x="4252686" y="408214"/>
                      <a:pt x="4439557" y="204107"/>
                      <a:pt x="4626429" y="0"/>
                    </a:cubicBezTo>
                  </a:path>
                </a:pathLst>
              </a:custGeom>
              <a:ln w="38100">
                <a:solidFill>
                  <a:srgbClr val="92D05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1F26FC8F-763D-5B45-092F-B76C1D726E15}"/>
                  </a:ext>
                </a:extLst>
              </p:cNvPr>
              <p:cNvSpPr/>
              <p:nvPr/>
            </p:nvSpPr>
            <p:spPr>
              <a:xfrm>
                <a:off x="3690257" y="4147457"/>
                <a:ext cx="609600" cy="218122"/>
              </a:xfrm>
              <a:custGeom>
                <a:avLst/>
                <a:gdLst>
                  <a:gd name="connsiteX0" fmla="*/ 0 w 609600"/>
                  <a:gd name="connsiteY0" fmla="*/ 0 h 218122"/>
                  <a:gd name="connsiteX1" fmla="*/ 326572 w 609600"/>
                  <a:gd name="connsiteY1" fmla="*/ 217714 h 218122"/>
                  <a:gd name="connsiteX2" fmla="*/ 609600 w 609600"/>
                  <a:gd name="connsiteY2" fmla="*/ 43543 h 2181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218122">
                    <a:moveTo>
                      <a:pt x="0" y="0"/>
                    </a:moveTo>
                    <a:cubicBezTo>
                      <a:pt x="112486" y="105228"/>
                      <a:pt x="224972" y="210457"/>
                      <a:pt x="326572" y="217714"/>
                    </a:cubicBezTo>
                    <a:cubicBezTo>
                      <a:pt x="428172" y="224971"/>
                      <a:pt x="518886" y="134257"/>
                      <a:pt x="609600" y="435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C9E69F27-D965-1E05-0DCE-C095493AE6EB}"/>
                  </a:ext>
                </a:extLst>
              </p:cNvPr>
              <p:cNvSpPr/>
              <p:nvPr/>
            </p:nvSpPr>
            <p:spPr>
              <a:xfrm>
                <a:off x="4767943" y="4299857"/>
                <a:ext cx="881743" cy="275052"/>
              </a:xfrm>
              <a:custGeom>
                <a:avLst/>
                <a:gdLst>
                  <a:gd name="connsiteX0" fmla="*/ 0 w 881743"/>
                  <a:gd name="connsiteY0" fmla="*/ 0 h 275052"/>
                  <a:gd name="connsiteX1" fmla="*/ 359228 w 881743"/>
                  <a:gd name="connsiteY1" fmla="*/ 272143 h 275052"/>
                  <a:gd name="connsiteX2" fmla="*/ 881743 w 881743"/>
                  <a:gd name="connsiteY2" fmla="*/ 119743 h 275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81743" h="275052">
                    <a:moveTo>
                      <a:pt x="0" y="0"/>
                    </a:moveTo>
                    <a:cubicBezTo>
                      <a:pt x="106135" y="126093"/>
                      <a:pt x="212271" y="252186"/>
                      <a:pt x="359228" y="272143"/>
                    </a:cubicBezTo>
                    <a:cubicBezTo>
                      <a:pt x="506185" y="292100"/>
                      <a:pt x="693964" y="205921"/>
                      <a:pt x="881743" y="1197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4D5BC562-DD2B-A43C-BDB4-8194AAFEB5B4}"/>
                  </a:ext>
                </a:extLst>
              </p:cNvPr>
              <p:cNvSpPr/>
              <p:nvPr/>
            </p:nvSpPr>
            <p:spPr>
              <a:xfrm>
                <a:off x="5878286" y="4212771"/>
                <a:ext cx="1055914" cy="273981"/>
              </a:xfrm>
              <a:custGeom>
                <a:avLst/>
                <a:gdLst>
                  <a:gd name="connsiteX0" fmla="*/ 0 w 1055914"/>
                  <a:gd name="connsiteY0" fmla="*/ 97972 h 273981"/>
                  <a:gd name="connsiteX1" fmla="*/ 609600 w 1055914"/>
                  <a:gd name="connsiteY1" fmla="*/ 272143 h 273981"/>
                  <a:gd name="connsiteX2" fmla="*/ 1055914 w 1055914"/>
                  <a:gd name="connsiteY2" fmla="*/ 0 h 273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55914" h="273981">
                    <a:moveTo>
                      <a:pt x="0" y="97972"/>
                    </a:moveTo>
                    <a:cubicBezTo>
                      <a:pt x="216807" y="193222"/>
                      <a:pt x="433614" y="288472"/>
                      <a:pt x="609600" y="272143"/>
                    </a:cubicBezTo>
                    <a:cubicBezTo>
                      <a:pt x="785586" y="255814"/>
                      <a:pt x="920750" y="127907"/>
                      <a:pt x="1055914" y="0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6255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</TotalTime>
  <Words>59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Chakraborty, Shibaji</dc:creator>
  <cp:lastModifiedBy>Chakraborty, Shibaji</cp:lastModifiedBy>
  <cp:revision>28</cp:revision>
  <dcterms:created xsi:type="dcterms:W3CDTF">2025-05-02T14:55:52Z</dcterms:created>
  <dcterms:modified xsi:type="dcterms:W3CDTF">2025-08-12T15:03:57Z</dcterms:modified>
</cp:coreProperties>
</file>