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852005" y="3765107"/>
              <a:ext cx="1079398" cy="760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E</a:t>
              </a:r>
              <a:r>
                <a:rPr lang="en-US" baseline="-25000" dirty="0">
                  <a:solidFill>
                    <a:srgbClr val="FF0000"/>
                  </a:solidFill>
                </a:rPr>
                <a:t>s</a:t>
              </a:r>
              <a:r>
                <a:rPr lang="en-US" dirty="0">
                  <a:solidFill>
                    <a:srgbClr val="FF0000"/>
                  </a:solidFill>
                </a:rPr>
                <a:t>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Ground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760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F Ground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9D296-5108-3909-1ADE-C7A101661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6AA154B-D566-8895-B5F4-2F4F70CF446D}"/>
              </a:ext>
            </a:extLst>
          </p:cNvPr>
          <p:cNvGrpSpPr/>
          <p:nvPr/>
        </p:nvGrpSpPr>
        <p:grpSpPr>
          <a:xfrm>
            <a:off x="2192838" y="1332787"/>
            <a:ext cx="8127912" cy="3873476"/>
            <a:chOff x="2192838" y="1332787"/>
            <a:chExt cx="8127912" cy="3873476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A854BBD3-653C-F65B-577B-F7E72C7F5709}"/>
                </a:ext>
              </a:extLst>
            </p:cNvPr>
            <p:cNvGrpSpPr/>
            <p:nvPr/>
          </p:nvGrpSpPr>
          <p:grpSpPr>
            <a:xfrm>
              <a:off x="2811176" y="4139729"/>
              <a:ext cx="445921" cy="739998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4AB31F9-8162-D0CA-A63A-D4A0BF1AEB37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80E9E86-43F1-D753-04E2-07EDD8CB2BA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B90678C-8F2C-FC52-A438-7A3D9393074F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B0C8D49-9B78-678F-C456-D7876CFB69CB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8C6C7FD-963B-B5D3-D654-C876E1BCB893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37F07235-38C7-8B80-B9C1-07D22E2C52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5CDB93A-F786-AF72-ECF5-75976C97C9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9CDEA3B9-764D-F053-37AA-CA8714CFF5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6764FCB-89D5-E624-FEE7-76A60E0C5D9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80B6AC-C245-4E31-5A99-AA8DA4F6F97F}"/>
                </a:ext>
              </a:extLst>
            </p:cNvPr>
            <p:cNvSpPr/>
            <p:nvPr/>
          </p:nvSpPr>
          <p:spPr>
            <a:xfrm>
              <a:off x="2595647" y="4161382"/>
              <a:ext cx="7725103" cy="716910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5982FF9-F3B0-521E-0AA4-7DE86B1DB8E0}"/>
                </a:ext>
              </a:extLst>
            </p:cNvPr>
            <p:cNvGrpSpPr/>
            <p:nvPr/>
          </p:nvGrpSpPr>
          <p:grpSpPr>
            <a:xfrm>
              <a:off x="2469303" y="1695104"/>
              <a:ext cx="7759023" cy="1880865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298CFCA0-762A-A0A5-3789-320A268F4EB4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23C33854-CB7C-E96C-CD3A-88E3EE6C967A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A9F9B4E-3EE6-87BD-3DD8-224288B9BE29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4BE111F-7DC2-06A0-34F6-B7022A12C9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8C55793-9539-1FD9-BBBC-C7972CAA168B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1BB24B2-ADB2-5F1E-0C88-D5DC7D6A0E8E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DB3C429-43AF-1E3E-EE7D-E687D97FDED3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6354F93E-6839-E2CD-D3AC-42375DA7ACCB}"/>
                </a:ext>
              </a:extLst>
            </p:cNvPr>
            <p:cNvSpPr/>
            <p:nvPr/>
          </p:nvSpPr>
          <p:spPr>
            <a:xfrm rot="258862">
              <a:off x="6158250" y="4070354"/>
              <a:ext cx="133776" cy="122279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C19DAE97-C087-85C9-9D7C-D86BFAB2DCE8}"/>
                </a:ext>
              </a:extLst>
            </p:cNvPr>
            <p:cNvSpPr/>
            <p:nvPr/>
          </p:nvSpPr>
          <p:spPr>
            <a:xfrm rot="885761">
              <a:off x="8883131" y="4409520"/>
              <a:ext cx="133776" cy="122279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033AC82-D82E-DB4D-5DBB-43564BFA02B9}"/>
                </a:ext>
              </a:extLst>
            </p:cNvPr>
            <p:cNvSpPr/>
            <p:nvPr/>
          </p:nvSpPr>
          <p:spPr>
            <a:xfrm>
              <a:off x="3175343" y="2918377"/>
              <a:ext cx="2976225" cy="1366222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3A6227F-955D-2A68-0BF6-6E6D834634B7}"/>
                </a:ext>
              </a:extLst>
            </p:cNvPr>
            <p:cNvSpPr/>
            <p:nvPr/>
          </p:nvSpPr>
          <p:spPr>
            <a:xfrm>
              <a:off x="3167912" y="1904123"/>
              <a:ext cx="5730083" cy="2520814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F6A6476-A55A-E030-22E3-FE5516503A02}"/>
                </a:ext>
              </a:extLst>
            </p:cNvPr>
            <p:cNvGrpSpPr/>
            <p:nvPr/>
          </p:nvGrpSpPr>
          <p:grpSpPr>
            <a:xfrm>
              <a:off x="5122532" y="1788498"/>
              <a:ext cx="817522" cy="577266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BEAAD8B3-8F4D-FE92-7B38-8EAC6405CF0C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EB24E15A-23AC-5152-FF3F-63815DBF1DE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FFB77C5-9D2F-4582-E941-DBEB3A6B7044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437C0B5-D243-FC11-19E3-85F3FAAF1197}"/>
                </a:ext>
              </a:extLst>
            </p:cNvPr>
            <p:cNvSpPr/>
            <p:nvPr/>
          </p:nvSpPr>
          <p:spPr>
            <a:xfrm>
              <a:off x="3175343" y="2069436"/>
              <a:ext cx="2267251" cy="2216751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9AC51FE-218C-365B-9DB9-A0C062312B69}"/>
                </a:ext>
              </a:extLst>
            </p:cNvPr>
            <p:cNvSpPr txBox="1"/>
            <p:nvPr/>
          </p:nvSpPr>
          <p:spPr>
            <a:xfrm>
              <a:off x="5662401" y="1779167"/>
              <a:ext cx="2411225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338D32D-E716-4FA3-DA88-3F62BB0CDC86}"/>
                </a:ext>
              </a:extLst>
            </p:cNvPr>
            <p:cNvSpPr txBox="1"/>
            <p:nvPr/>
          </p:nvSpPr>
          <p:spPr>
            <a:xfrm>
              <a:off x="2469303" y="4870012"/>
              <a:ext cx="1065278" cy="3362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ABB0762-08C0-E6FB-B5C3-844916BF3C70}"/>
                </a:ext>
              </a:extLst>
            </p:cNvPr>
            <p:cNvSpPr txBox="1"/>
            <p:nvPr/>
          </p:nvSpPr>
          <p:spPr>
            <a:xfrm rot="1968219">
              <a:off x="3695628" y="3583956"/>
              <a:ext cx="2648447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4EF8259-8D20-1CE8-52FE-3107EFE0EB36}"/>
                </a:ext>
              </a:extLst>
            </p:cNvPr>
            <p:cNvSpPr txBox="1"/>
            <p:nvPr/>
          </p:nvSpPr>
          <p:spPr>
            <a:xfrm rot="2638120">
              <a:off x="6324291" y="3185573"/>
              <a:ext cx="2640942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ACBCB772-E711-D2B4-236B-3E92816A845D}"/>
                </a:ext>
              </a:extLst>
            </p:cNvPr>
            <p:cNvSpPr txBox="1"/>
            <p:nvPr/>
          </p:nvSpPr>
          <p:spPr>
            <a:xfrm rot="20529758">
              <a:off x="2192838" y="2062295"/>
              <a:ext cx="2665331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B8B8835-70DB-27AC-5202-E95F150B75A7}"/>
                </a:ext>
              </a:extLst>
            </p:cNvPr>
            <p:cNvCxnSpPr>
              <a:cxnSpLocks/>
            </p:cNvCxnSpPr>
            <p:nvPr/>
          </p:nvCxnSpPr>
          <p:spPr>
            <a:xfrm>
              <a:off x="4920312" y="1506581"/>
              <a:ext cx="1019742" cy="1176918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F8A77DE-57EE-51AC-F563-24FB360D0057}"/>
                </a:ext>
              </a:extLst>
            </p:cNvPr>
            <p:cNvSpPr txBox="1"/>
            <p:nvPr/>
          </p:nvSpPr>
          <p:spPr>
            <a:xfrm>
              <a:off x="5007633" y="1332787"/>
              <a:ext cx="1445009" cy="4483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762FCC28-9649-A6D8-5CC4-7821F310E1CE}"/>
                </a:ext>
              </a:extLst>
            </p:cNvPr>
            <p:cNvSpPr txBox="1"/>
            <p:nvPr/>
          </p:nvSpPr>
          <p:spPr>
            <a:xfrm>
              <a:off x="3594488" y="1447307"/>
              <a:ext cx="533202" cy="4483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0587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C621AA0-5879-0B1D-D545-54F2CBBACF4A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55A09995-CF9B-76CC-49AE-8F6DE3112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F6F5A37-C517-2B9E-75A3-B6FC60616EBF}"/>
                </a:ext>
              </a:extLst>
            </p:cNvPr>
            <p:cNvGrpSpPr/>
            <p:nvPr/>
          </p:nvGrpSpPr>
          <p:grpSpPr>
            <a:xfrm>
              <a:off x="3222171" y="1600200"/>
              <a:ext cx="4626429" cy="2974709"/>
              <a:chOff x="3222171" y="1600200"/>
              <a:chExt cx="4626429" cy="29747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DADF6E9C-FF60-3E2A-D893-13C5881795E0}"/>
                  </a:ext>
                </a:extLst>
              </p:cNvPr>
              <p:cNvSpPr/>
              <p:nvPr/>
            </p:nvSpPr>
            <p:spPr>
              <a:xfrm>
                <a:off x="3222171" y="1600200"/>
                <a:ext cx="4626429" cy="664423"/>
              </a:xfrm>
              <a:custGeom>
                <a:avLst/>
                <a:gdLst>
                  <a:gd name="connsiteX0" fmla="*/ 0 w 4626429"/>
                  <a:gd name="connsiteY0" fmla="*/ 446314 h 664423"/>
                  <a:gd name="connsiteX1" fmla="*/ 326572 w 4626429"/>
                  <a:gd name="connsiteY1" fmla="*/ 620486 h 664423"/>
                  <a:gd name="connsiteX2" fmla="*/ 827315 w 4626429"/>
                  <a:gd name="connsiteY2" fmla="*/ 326571 h 664423"/>
                  <a:gd name="connsiteX3" fmla="*/ 1143000 w 4626429"/>
                  <a:gd name="connsiteY3" fmla="*/ 468086 h 664423"/>
                  <a:gd name="connsiteX4" fmla="*/ 1643743 w 4626429"/>
                  <a:gd name="connsiteY4" fmla="*/ 370114 h 664423"/>
                  <a:gd name="connsiteX5" fmla="*/ 1948543 w 4626429"/>
                  <a:gd name="connsiteY5" fmla="*/ 664029 h 664423"/>
                  <a:gd name="connsiteX6" fmla="*/ 2656115 w 4626429"/>
                  <a:gd name="connsiteY6" fmla="*/ 435429 h 664423"/>
                  <a:gd name="connsiteX7" fmla="*/ 3124200 w 4626429"/>
                  <a:gd name="connsiteY7" fmla="*/ 533400 h 664423"/>
                  <a:gd name="connsiteX8" fmla="*/ 3494315 w 4626429"/>
                  <a:gd name="connsiteY8" fmla="*/ 413657 h 664423"/>
                  <a:gd name="connsiteX9" fmla="*/ 3799115 w 4626429"/>
                  <a:gd name="connsiteY9" fmla="*/ 489857 h 664423"/>
                  <a:gd name="connsiteX10" fmla="*/ 4114800 w 4626429"/>
                  <a:gd name="connsiteY10" fmla="*/ 489857 h 664423"/>
                  <a:gd name="connsiteX11" fmla="*/ 4626429 w 4626429"/>
                  <a:gd name="connsiteY11" fmla="*/ 0 h 664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26429" h="664423">
                    <a:moveTo>
                      <a:pt x="0" y="446314"/>
                    </a:moveTo>
                    <a:cubicBezTo>
                      <a:pt x="94343" y="543378"/>
                      <a:pt x="188686" y="640443"/>
                      <a:pt x="326572" y="620486"/>
                    </a:cubicBezTo>
                    <a:cubicBezTo>
                      <a:pt x="464458" y="600529"/>
                      <a:pt x="691244" y="351971"/>
                      <a:pt x="827315" y="326571"/>
                    </a:cubicBezTo>
                    <a:cubicBezTo>
                      <a:pt x="963386" y="301171"/>
                      <a:pt x="1006929" y="460829"/>
                      <a:pt x="1143000" y="468086"/>
                    </a:cubicBezTo>
                    <a:cubicBezTo>
                      <a:pt x="1279071" y="475343"/>
                      <a:pt x="1509486" y="337457"/>
                      <a:pt x="1643743" y="370114"/>
                    </a:cubicBezTo>
                    <a:cubicBezTo>
                      <a:pt x="1778000" y="402771"/>
                      <a:pt x="1779815" y="653143"/>
                      <a:pt x="1948543" y="664029"/>
                    </a:cubicBezTo>
                    <a:cubicBezTo>
                      <a:pt x="2117271" y="674915"/>
                      <a:pt x="2460172" y="457200"/>
                      <a:pt x="2656115" y="435429"/>
                    </a:cubicBezTo>
                    <a:cubicBezTo>
                      <a:pt x="2852058" y="413658"/>
                      <a:pt x="2984500" y="537029"/>
                      <a:pt x="3124200" y="533400"/>
                    </a:cubicBezTo>
                    <a:cubicBezTo>
                      <a:pt x="3263900" y="529771"/>
                      <a:pt x="3381829" y="420914"/>
                      <a:pt x="3494315" y="413657"/>
                    </a:cubicBezTo>
                    <a:cubicBezTo>
                      <a:pt x="3606801" y="406400"/>
                      <a:pt x="3695701" y="477157"/>
                      <a:pt x="3799115" y="489857"/>
                    </a:cubicBezTo>
                    <a:cubicBezTo>
                      <a:pt x="3902529" y="502557"/>
                      <a:pt x="3976914" y="571500"/>
                      <a:pt x="4114800" y="489857"/>
                    </a:cubicBezTo>
                    <a:cubicBezTo>
                      <a:pt x="4252686" y="408214"/>
                      <a:pt x="4439557" y="204107"/>
                      <a:pt x="4626429" y="0"/>
                    </a:cubicBezTo>
                  </a:path>
                </a:pathLst>
              </a:custGeom>
              <a:ln w="38100">
                <a:solidFill>
                  <a:srgbClr val="92D05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F26FC8F-763D-5B45-092F-B76C1D726E15}"/>
                  </a:ext>
                </a:extLst>
              </p:cNvPr>
              <p:cNvSpPr/>
              <p:nvPr/>
            </p:nvSpPr>
            <p:spPr>
              <a:xfrm>
                <a:off x="3690257" y="4147457"/>
                <a:ext cx="609600" cy="218122"/>
              </a:xfrm>
              <a:custGeom>
                <a:avLst/>
                <a:gdLst>
                  <a:gd name="connsiteX0" fmla="*/ 0 w 609600"/>
                  <a:gd name="connsiteY0" fmla="*/ 0 h 218122"/>
                  <a:gd name="connsiteX1" fmla="*/ 326572 w 609600"/>
                  <a:gd name="connsiteY1" fmla="*/ 217714 h 218122"/>
                  <a:gd name="connsiteX2" fmla="*/ 609600 w 609600"/>
                  <a:gd name="connsiteY2" fmla="*/ 43543 h 218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218122">
                    <a:moveTo>
                      <a:pt x="0" y="0"/>
                    </a:moveTo>
                    <a:cubicBezTo>
                      <a:pt x="112486" y="105228"/>
                      <a:pt x="224972" y="210457"/>
                      <a:pt x="326572" y="217714"/>
                    </a:cubicBezTo>
                    <a:cubicBezTo>
                      <a:pt x="428172" y="224971"/>
                      <a:pt x="518886" y="134257"/>
                      <a:pt x="609600" y="435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9E69F27-D965-1E05-0DCE-C095493AE6EB}"/>
                  </a:ext>
                </a:extLst>
              </p:cNvPr>
              <p:cNvSpPr/>
              <p:nvPr/>
            </p:nvSpPr>
            <p:spPr>
              <a:xfrm>
                <a:off x="4767943" y="4299857"/>
                <a:ext cx="881743" cy="275052"/>
              </a:xfrm>
              <a:custGeom>
                <a:avLst/>
                <a:gdLst>
                  <a:gd name="connsiteX0" fmla="*/ 0 w 881743"/>
                  <a:gd name="connsiteY0" fmla="*/ 0 h 275052"/>
                  <a:gd name="connsiteX1" fmla="*/ 359228 w 881743"/>
                  <a:gd name="connsiteY1" fmla="*/ 272143 h 275052"/>
                  <a:gd name="connsiteX2" fmla="*/ 881743 w 881743"/>
                  <a:gd name="connsiteY2" fmla="*/ 119743 h 275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81743" h="275052">
                    <a:moveTo>
                      <a:pt x="0" y="0"/>
                    </a:moveTo>
                    <a:cubicBezTo>
                      <a:pt x="106135" y="126093"/>
                      <a:pt x="212271" y="252186"/>
                      <a:pt x="359228" y="272143"/>
                    </a:cubicBezTo>
                    <a:cubicBezTo>
                      <a:pt x="506185" y="292100"/>
                      <a:pt x="693964" y="205921"/>
                      <a:pt x="881743" y="1197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4D5BC562-DD2B-A43C-BDB4-8194AAFEB5B4}"/>
                  </a:ext>
                </a:extLst>
              </p:cNvPr>
              <p:cNvSpPr/>
              <p:nvPr/>
            </p:nvSpPr>
            <p:spPr>
              <a:xfrm>
                <a:off x="5878286" y="4212771"/>
                <a:ext cx="1055914" cy="273981"/>
              </a:xfrm>
              <a:custGeom>
                <a:avLst/>
                <a:gdLst>
                  <a:gd name="connsiteX0" fmla="*/ 0 w 1055914"/>
                  <a:gd name="connsiteY0" fmla="*/ 97972 h 273981"/>
                  <a:gd name="connsiteX1" fmla="*/ 609600 w 1055914"/>
                  <a:gd name="connsiteY1" fmla="*/ 272143 h 273981"/>
                  <a:gd name="connsiteX2" fmla="*/ 1055914 w 1055914"/>
                  <a:gd name="connsiteY2" fmla="*/ 0 h 273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5914" h="273981">
                    <a:moveTo>
                      <a:pt x="0" y="97972"/>
                    </a:moveTo>
                    <a:cubicBezTo>
                      <a:pt x="216807" y="193222"/>
                      <a:pt x="433614" y="288472"/>
                      <a:pt x="609600" y="272143"/>
                    </a:cubicBezTo>
                    <a:cubicBezTo>
                      <a:pt x="785586" y="255814"/>
                      <a:pt x="920750" y="127907"/>
                      <a:pt x="1055914" y="0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1181</TotalTime>
  <Words>90</Words>
  <Application>Microsoft Office PowerPoint</Application>
  <PresentationFormat>Widescreen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31</cp:revision>
  <dcterms:created xsi:type="dcterms:W3CDTF">2025-05-02T14:55:52Z</dcterms:created>
  <dcterms:modified xsi:type="dcterms:W3CDTF">2025-09-03T13:24:15Z</dcterms:modified>
</cp:coreProperties>
</file>