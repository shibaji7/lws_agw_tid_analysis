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 showGuides="1">
      <p:cViewPr varScale="1">
        <p:scale>
          <a:sx n="59" d="100"/>
          <a:sy n="59" d="100"/>
        </p:scale>
        <p:origin x="236" y="36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72885-4736-9689-0269-2F67EF48F8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88BB0F-7DE2-84F0-6E74-75B2127CB1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CC4E68-45F7-C9BA-B806-C87C184515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5/3/2025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AD5158-EE34-1BB5-0DC4-620ACEE3C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FEE028-9214-8942-B9CF-56684B8199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23532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D95952-29A8-5760-BA6D-D50323437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503660-D2BD-61E9-AFDB-5E1921CA53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F73A6D-3FEE-F9AF-DE08-575D9376E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5/3/2025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1D5BEB-28BE-7A0F-EE12-FA99F28845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6698D4-3C22-AD53-0DAF-E9A59E1135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9056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9D98F8-B77B-EA20-F797-C6A62A6C23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1A9DED-670D-AA2E-E580-5C6B658633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176173-82C2-B4C8-1673-8D84A98285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5/3/2025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FC2C97-9313-2BCB-7B62-F0AC297511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50C2B2-C2BC-595C-DA32-846DFF7F6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2036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747EEA-A502-7DCF-8296-2152F3CD0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6239CE-606C-8F9B-816F-95FCF27C6C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EF3AB2-F8C4-28A3-2E35-5C55D1C774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3B411E-60B4-FE28-2EBE-03E3CDA84A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5/3/2025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EBCB35-E444-6C18-1018-39324A73C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0DBB87-4685-E77C-C4AE-868CD5D7D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81463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1B0F19-A624-46E6-F046-77BC8FBCE5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2F79A4-27B7-DD70-1E70-642A5986F2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3C96AD-6716-2802-DDDA-7D7405B7A8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BB0244-555E-9A96-7330-E7BAF4F43D5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F07D2A0-0ED1-BCC8-F2B7-1C0FC056160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8CA8A2A-6460-ED72-175A-4333DBF90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5/3/2025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34CFF3F-148A-80E1-0C4E-2B29EFACAC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7CBCF6-C6A0-C1F2-7796-171D12CDF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78617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98E871-ABFD-A666-6A3E-97209F9D2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644E3F-AA9D-85A6-770A-88A3F31B8A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5/3/2025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182A3C9-65AA-B961-D385-C94FA9EB8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8E65E9-F133-2A74-8DF5-3FAEB7FCD8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71697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A6CF65A-0CB3-C2E6-D070-30ED0CDB1C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5/3/2025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7FC5988-D1FB-7341-9078-E1FED635B0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E53A9D-0C27-0D02-73D8-3C2600E16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9808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ED05E-5C5F-2AA8-922E-4FA8B7B1DF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126FA7-8944-2AB1-6E00-EF5783040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A6E29F-F93B-5B90-065F-509F3F23AF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3AC2DC-9F70-7715-DD4B-09CBC4DFB9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5/3/2025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43C3C3-F8C9-295F-7676-0F4CEC922B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022E4B-2478-7C7C-E5EF-661736600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1851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AD7E26-4B57-F0AF-54C7-58360E9D75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2B35DB6-8351-920C-2A71-3D4931EAE9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C6B9B3-29D3-AA2E-F2B7-6249CB70D2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225F84-9A8B-17D3-860F-57D6DEC164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5/3/2025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007ECD-5038-4992-5276-81B7CE50A5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2F7408-6BA0-7FBF-0B11-6E2B22DD0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7356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92371E-D8CE-72DE-D769-5835447605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ECB1C2-F4B6-FED5-566D-BAFE604F0B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12335A-4008-C3E9-2367-555115B1CF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5/3/2025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34EA26-434B-8FDD-8654-AB003D9CCD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AE82EF-4063-7B91-FBB9-16E2141BF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70161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0A2B4CB-3364-22D3-5ABE-0FCA25CB0BB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C35768-7512-6C99-B67B-61868144DF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21045C-06F0-BD34-31C4-04423645FB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82490-085F-45B0-B756-BD60DC77582D}" type="datetimeFigureOut">
              <a:rPr lang="en-US" smtClean="0"/>
              <a:t>5/3/2025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56BAC1-F40A-E82B-62FE-4428DF009C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92C858-FA19-B81B-BEE7-D699F11329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6932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13FA726-8557-8C42-DCCE-95CCB63724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712370-8E7A-C575-90C1-3270A6A834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BE0C87-DC5E-F7C5-1862-4CA5E1CC49F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382490-085F-45B0-B756-BD60DC77582D}" type="datetimeFigureOut">
              <a:rPr lang="en-US" smtClean="0"/>
              <a:t>5/3/2025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D1442C-2328-9E68-F72B-630EBCB00F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671D5A-7296-8134-09B8-E3E10FD087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0C61DA3-265A-469A-94DF-3C038F09A7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73404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541AF716-CA73-6D52-CE5A-B8322EE4D664}"/>
              </a:ext>
            </a:extLst>
          </p:cNvPr>
          <p:cNvGrpSpPr/>
          <p:nvPr/>
        </p:nvGrpSpPr>
        <p:grpSpPr>
          <a:xfrm>
            <a:off x="9361713" y="3799113"/>
            <a:ext cx="1828800" cy="1828800"/>
            <a:chOff x="3690256" y="1338941"/>
            <a:chExt cx="1828800" cy="1828800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C42A7CED-3806-82BC-7D46-C0C2A9DE84E3}"/>
                </a:ext>
              </a:extLst>
            </p:cNvPr>
            <p:cNvSpPr/>
            <p:nvPr/>
          </p:nvSpPr>
          <p:spPr>
            <a:xfrm>
              <a:off x="3690256" y="1338941"/>
              <a:ext cx="1828800" cy="1828800"/>
            </a:xfrm>
            <a:prstGeom prst="ellipse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17A7E934-F037-9DF9-C5B8-AE9C9882C17A}"/>
                </a:ext>
              </a:extLst>
            </p:cNvPr>
            <p:cNvSpPr/>
            <p:nvPr/>
          </p:nvSpPr>
          <p:spPr>
            <a:xfrm>
              <a:off x="3918857" y="1567542"/>
              <a:ext cx="1371600" cy="1371600"/>
            </a:xfrm>
            <a:prstGeom prst="ellipse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E042C5A-5A50-F8D5-13A7-02C8B37E84AE}"/>
                </a:ext>
              </a:extLst>
            </p:cNvPr>
            <p:cNvSpPr/>
            <p:nvPr/>
          </p:nvSpPr>
          <p:spPr>
            <a:xfrm>
              <a:off x="4147457" y="1796142"/>
              <a:ext cx="914400" cy="914400"/>
            </a:xfrm>
            <a:prstGeom prst="ellipse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917C8DA2-E3B8-C547-A3A1-5DB344239DEA}"/>
              </a:ext>
            </a:extLst>
          </p:cNvPr>
          <p:cNvGrpSpPr/>
          <p:nvPr/>
        </p:nvGrpSpPr>
        <p:grpSpPr>
          <a:xfrm>
            <a:off x="8131625" y="359221"/>
            <a:ext cx="3646714" cy="1077691"/>
            <a:chOff x="3722910" y="1338938"/>
            <a:chExt cx="3145976" cy="1077691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ABB95D3-5B1A-DCAB-E280-0A4680930B27}"/>
                </a:ext>
              </a:extLst>
            </p:cNvPr>
            <p:cNvSpPr/>
            <p:nvPr/>
          </p:nvSpPr>
          <p:spPr>
            <a:xfrm>
              <a:off x="4016828" y="1338941"/>
              <a:ext cx="2525486" cy="1077688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2FA00B1-1F8B-DAD9-38C2-A18C6A330E10}"/>
                </a:ext>
              </a:extLst>
            </p:cNvPr>
            <p:cNvSpPr/>
            <p:nvPr/>
          </p:nvSpPr>
          <p:spPr>
            <a:xfrm>
              <a:off x="4016828" y="1473653"/>
              <a:ext cx="2525486" cy="808266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5BAA3BFA-8B5F-B86D-6086-6F8CE4C8429B}"/>
                </a:ext>
              </a:extLst>
            </p:cNvPr>
            <p:cNvSpPr/>
            <p:nvPr/>
          </p:nvSpPr>
          <p:spPr>
            <a:xfrm>
              <a:off x="4016828" y="1608364"/>
              <a:ext cx="2525486" cy="538844"/>
            </a:xfrm>
            <a:prstGeom prst="rect">
              <a:avLst/>
            </a:prstGeom>
            <a:solidFill>
              <a:schemeClr val="tx2">
                <a:lumMod val="90000"/>
                <a:lumOff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B84D996-83D8-866E-33E0-6663E271E1D8}"/>
                </a:ext>
              </a:extLst>
            </p:cNvPr>
            <p:cNvGrpSpPr/>
            <p:nvPr/>
          </p:nvGrpSpPr>
          <p:grpSpPr>
            <a:xfrm>
              <a:off x="6215742" y="1338941"/>
              <a:ext cx="653144" cy="1077688"/>
              <a:chOff x="3690256" y="1338941"/>
              <a:chExt cx="1828800" cy="1828800"/>
            </a:xfrm>
          </p:grpSpPr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A9A11A8E-BE04-38C6-992D-BE3208239415}"/>
                  </a:ext>
                </a:extLst>
              </p:cNvPr>
              <p:cNvSpPr/>
              <p:nvPr/>
            </p:nvSpPr>
            <p:spPr>
              <a:xfrm>
                <a:off x="3690256" y="1338941"/>
                <a:ext cx="1828800" cy="1828800"/>
              </a:xfrm>
              <a:prstGeom prst="ellipse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10BBBD32-F6A7-468F-6511-78B2B8FA89E1}"/>
                  </a:ext>
                </a:extLst>
              </p:cNvPr>
              <p:cNvSpPr/>
              <p:nvPr/>
            </p:nvSpPr>
            <p:spPr>
              <a:xfrm>
                <a:off x="3918857" y="1567542"/>
                <a:ext cx="1371600" cy="137160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DA1EBE87-6022-1FBA-AD06-4C2CE26115B7}"/>
                  </a:ext>
                </a:extLst>
              </p:cNvPr>
              <p:cNvSpPr/>
              <p:nvPr/>
            </p:nvSpPr>
            <p:spPr>
              <a:xfrm>
                <a:off x="4147457" y="1796142"/>
                <a:ext cx="914400" cy="914400"/>
              </a:xfrm>
              <a:prstGeom prst="ellipse">
                <a:avLst/>
              </a:prstGeom>
              <a:solidFill>
                <a:schemeClr val="tx2">
                  <a:lumMod val="90000"/>
                  <a:lumOff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D8DA3C91-8223-8EB9-E663-CC6AF5D54BBB}"/>
                </a:ext>
              </a:extLst>
            </p:cNvPr>
            <p:cNvGrpSpPr/>
            <p:nvPr/>
          </p:nvGrpSpPr>
          <p:grpSpPr>
            <a:xfrm>
              <a:off x="3722910" y="1338938"/>
              <a:ext cx="653144" cy="1077688"/>
              <a:chOff x="3690256" y="1338941"/>
              <a:chExt cx="1828800" cy="1828800"/>
            </a:xfrm>
          </p:grpSpPr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BFDEB8A7-AEA0-B0E4-4CFE-3917B7833C15}"/>
                  </a:ext>
                </a:extLst>
              </p:cNvPr>
              <p:cNvSpPr/>
              <p:nvPr/>
            </p:nvSpPr>
            <p:spPr>
              <a:xfrm>
                <a:off x="3690256" y="1338941"/>
                <a:ext cx="1828800" cy="1828800"/>
              </a:xfrm>
              <a:prstGeom prst="ellipse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97141937-BE54-BB21-A78B-71C607744D6D}"/>
                  </a:ext>
                </a:extLst>
              </p:cNvPr>
              <p:cNvSpPr/>
              <p:nvPr/>
            </p:nvSpPr>
            <p:spPr>
              <a:xfrm>
                <a:off x="3918857" y="1567542"/>
                <a:ext cx="1371600" cy="137160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9DDA2658-06B0-2CBA-5429-0D6F8453E98C}"/>
                  </a:ext>
                </a:extLst>
              </p:cNvPr>
              <p:cNvSpPr/>
              <p:nvPr/>
            </p:nvSpPr>
            <p:spPr>
              <a:xfrm>
                <a:off x="4147457" y="1796142"/>
                <a:ext cx="914400" cy="914400"/>
              </a:xfrm>
              <a:prstGeom prst="ellipse">
                <a:avLst/>
              </a:prstGeom>
              <a:solidFill>
                <a:schemeClr val="tx2">
                  <a:lumMod val="90000"/>
                  <a:lumOff val="1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</p:grp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4C3629C-5AF2-10F5-9B17-BA0308202327}"/>
              </a:ext>
            </a:extLst>
          </p:cNvPr>
          <p:cNvSpPr/>
          <p:nvPr/>
        </p:nvSpPr>
        <p:spPr>
          <a:xfrm>
            <a:off x="717589" y="224787"/>
            <a:ext cx="6537058" cy="1077412"/>
          </a:xfrm>
          <a:custGeom>
            <a:avLst/>
            <a:gdLst>
              <a:gd name="connsiteX0" fmla="*/ 0 w 8567786"/>
              <a:gd name="connsiteY0" fmla="*/ 1383635 h 2644954"/>
              <a:gd name="connsiteX1" fmla="*/ 1611086 w 8567786"/>
              <a:gd name="connsiteY1" fmla="*/ 33807 h 2644954"/>
              <a:gd name="connsiteX2" fmla="*/ 3222172 w 8567786"/>
              <a:gd name="connsiteY2" fmla="*/ 2624607 h 2644954"/>
              <a:gd name="connsiteX3" fmla="*/ 4833257 w 8567786"/>
              <a:gd name="connsiteY3" fmla="*/ 12035 h 2644954"/>
              <a:gd name="connsiteX4" fmla="*/ 6433457 w 8567786"/>
              <a:gd name="connsiteY4" fmla="*/ 2635492 h 2644954"/>
              <a:gd name="connsiteX5" fmla="*/ 8218715 w 8567786"/>
              <a:gd name="connsiteY5" fmla="*/ 882892 h 2644954"/>
              <a:gd name="connsiteX6" fmla="*/ 8567057 w 8567786"/>
              <a:gd name="connsiteY6" fmla="*/ 654292 h 26449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567786" h="2644954">
                <a:moveTo>
                  <a:pt x="0" y="1383635"/>
                </a:moveTo>
                <a:cubicBezTo>
                  <a:pt x="537028" y="605306"/>
                  <a:pt x="1074057" y="-173022"/>
                  <a:pt x="1611086" y="33807"/>
                </a:cubicBezTo>
                <a:cubicBezTo>
                  <a:pt x="2148115" y="240636"/>
                  <a:pt x="2685144" y="2628236"/>
                  <a:pt x="3222172" y="2624607"/>
                </a:cubicBezTo>
                <a:cubicBezTo>
                  <a:pt x="3759200" y="2620978"/>
                  <a:pt x="4298043" y="10221"/>
                  <a:pt x="4833257" y="12035"/>
                </a:cubicBezTo>
                <a:cubicBezTo>
                  <a:pt x="5368471" y="13849"/>
                  <a:pt x="5869214" y="2490349"/>
                  <a:pt x="6433457" y="2635492"/>
                </a:cubicBezTo>
                <a:cubicBezTo>
                  <a:pt x="6997700" y="2780635"/>
                  <a:pt x="7863115" y="1213092"/>
                  <a:pt x="8218715" y="882892"/>
                </a:cubicBezTo>
                <a:cubicBezTo>
                  <a:pt x="8574315" y="552692"/>
                  <a:pt x="8570686" y="603492"/>
                  <a:pt x="8567057" y="654292"/>
                </a:cubicBezTo>
              </a:path>
            </a:pathLst>
          </a:cu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6" name="Group 65">
            <a:extLst>
              <a:ext uri="{FF2B5EF4-FFF2-40B4-BE49-F238E27FC236}">
                <a16:creationId xmlns:a16="http://schemas.microsoft.com/office/drawing/2014/main" id="{54F9F1AC-CF0D-C47A-B461-A0B5F31A2DF2}"/>
              </a:ext>
            </a:extLst>
          </p:cNvPr>
          <p:cNvGrpSpPr/>
          <p:nvPr/>
        </p:nvGrpSpPr>
        <p:grpSpPr>
          <a:xfrm>
            <a:off x="1978314" y="3175908"/>
            <a:ext cx="5276333" cy="2352627"/>
            <a:chOff x="1978314" y="3175908"/>
            <a:chExt cx="5276333" cy="2352627"/>
          </a:xfrm>
        </p:grpSpPr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48F53AD9-54C1-1E62-BC36-2B9F9300FE3D}"/>
                </a:ext>
              </a:extLst>
            </p:cNvPr>
            <p:cNvGrpSpPr/>
            <p:nvPr/>
          </p:nvGrpSpPr>
          <p:grpSpPr>
            <a:xfrm>
              <a:off x="1978314" y="3175908"/>
              <a:ext cx="5276333" cy="2321379"/>
              <a:chOff x="2354552" y="1888404"/>
              <a:chExt cx="5276333" cy="3282310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DE5BED41-078F-EFA7-2703-8EFE43B1148C}"/>
                  </a:ext>
                </a:extLst>
              </p:cNvPr>
              <p:cNvSpPr/>
              <p:nvPr/>
            </p:nvSpPr>
            <p:spPr>
              <a:xfrm>
                <a:off x="2354552" y="3460295"/>
                <a:ext cx="5276333" cy="1710419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5">
                      <a:lumMod val="5000"/>
                      <a:lumOff val="95000"/>
                    </a:schemeClr>
                  </a:gs>
                  <a:gs pos="74000">
                    <a:schemeClr val="accent5">
                      <a:lumMod val="45000"/>
                      <a:lumOff val="55000"/>
                    </a:schemeClr>
                  </a:gs>
                  <a:gs pos="83000">
                    <a:schemeClr val="accent5">
                      <a:lumMod val="45000"/>
                      <a:lumOff val="55000"/>
                    </a:schemeClr>
                  </a:gs>
                  <a:gs pos="100000">
                    <a:schemeClr val="accent5">
                      <a:lumMod val="30000"/>
                      <a:lumOff val="70000"/>
                    </a:schemeClr>
                  </a:gs>
                </a:gsLst>
                <a:lin ang="162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ACC7A3E4-15A4-FACA-3467-B657833443C5}"/>
                  </a:ext>
                </a:extLst>
              </p:cNvPr>
              <p:cNvSpPr/>
              <p:nvPr/>
            </p:nvSpPr>
            <p:spPr>
              <a:xfrm rot="10800000">
                <a:off x="2354552" y="1888404"/>
                <a:ext cx="5276333" cy="1710421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5">
                      <a:lumMod val="5000"/>
                      <a:lumOff val="95000"/>
                    </a:schemeClr>
                  </a:gs>
                  <a:gs pos="74000">
                    <a:schemeClr val="accent5">
                      <a:lumMod val="45000"/>
                      <a:lumOff val="55000"/>
                    </a:schemeClr>
                  </a:gs>
                  <a:gs pos="83000">
                    <a:schemeClr val="accent5">
                      <a:lumMod val="45000"/>
                      <a:lumOff val="55000"/>
                    </a:schemeClr>
                  </a:gs>
                  <a:gs pos="100000">
                    <a:schemeClr val="accent5">
                      <a:lumMod val="30000"/>
                      <a:lumOff val="70000"/>
                    </a:schemeClr>
                  </a:gs>
                </a:gsLst>
                <a:lin ang="162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5C670FCA-ABCB-D1B3-9EF1-AB787FEC1AAA}"/>
                </a:ext>
              </a:extLst>
            </p:cNvPr>
            <p:cNvSpPr/>
            <p:nvPr/>
          </p:nvSpPr>
          <p:spPr>
            <a:xfrm rot="1518602">
              <a:off x="3117211" y="4219327"/>
              <a:ext cx="757103" cy="1301345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AE52C856-F8C5-8B65-07EB-CA3DC4BBBF51}"/>
                </a:ext>
              </a:extLst>
            </p:cNvPr>
            <p:cNvSpPr/>
            <p:nvPr/>
          </p:nvSpPr>
          <p:spPr>
            <a:xfrm rot="1518602">
              <a:off x="4237928" y="4219325"/>
              <a:ext cx="757103" cy="1301345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4A1424EF-D9FA-0B20-6FA7-84B35659174D}"/>
                </a:ext>
              </a:extLst>
            </p:cNvPr>
            <p:cNvSpPr/>
            <p:nvPr/>
          </p:nvSpPr>
          <p:spPr>
            <a:xfrm rot="1518602">
              <a:off x="5358645" y="4227190"/>
              <a:ext cx="757103" cy="1301345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7058084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FB5E4E5E-7295-B828-3391-52D64EDC5971}"/>
              </a:ext>
            </a:extLst>
          </p:cNvPr>
          <p:cNvGrpSpPr/>
          <p:nvPr/>
        </p:nvGrpSpPr>
        <p:grpSpPr>
          <a:xfrm>
            <a:off x="1484077" y="-2948339"/>
            <a:ext cx="6850699" cy="10198420"/>
            <a:chOff x="1484077" y="-2948339"/>
            <a:chExt cx="6850699" cy="10198420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0BC15A8-1287-4B5F-17A3-DD8AD44C2BF1}"/>
                </a:ext>
              </a:extLst>
            </p:cNvPr>
            <p:cNvGrpSpPr/>
            <p:nvPr/>
          </p:nvGrpSpPr>
          <p:grpSpPr>
            <a:xfrm>
              <a:off x="2231573" y="3046342"/>
              <a:ext cx="5355706" cy="4203739"/>
              <a:chOff x="700607" y="31000"/>
              <a:chExt cx="5355706" cy="4203739"/>
            </a:xfrm>
          </p:grpSpPr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507263B5-2645-08CA-7786-C94982F10301}"/>
                  </a:ext>
                </a:extLst>
              </p:cNvPr>
              <p:cNvGrpSpPr/>
              <p:nvPr/>
            </p:nvGrpSpPr>
            <p:grpSpPr>
              <a:xfrm>
                <a:off x="700607" y="2735086"/>
                <a:ext cx="5355706" cy="1499653"/>
                <a:chOff x="1093829" y="1317165"/>
                <a:chExt cx="6678572" cy="2111835"/>
              </a:xfrm>
            </p:grpSpPr>
            <p:grpSp>
              <p:nvGrpSpPr>
                <p:cNvPr id="4" name="Group 3">
                  <a:extLst>
                    <a:ext uri="{FF2B5EF4-FFF2-40B4-BE49-F238E27FC236}">
                      <a16:creationId xmlns:a16="http://schemas.microsoft.com/office/drawing/2014/main" id="{8B2C5445-AC9F-3AF5-EBCA-B939F753DF6C}"/>
                    </a:ext>
                  </a:extLst>
                </p:cNvPr>
                <p:cNvGrpSpPr/>
                <p:nvPr/>
              </p:nvGrpSpPr>
              <p:grpSpPr>
                <a:xfrm>
                  <a:off x="1556652" y="1317165"/>
                  <a:ext cx="5747661" cy="2111835"/>
                  <a:chOff x="3722910" y="1338938"/>
                  <a:chExt cx="3145976" cy="1077691"/>
                </a:xfrm>
              </p:grpSpPr>
              <p:sp>
                <p:nvSpPr>
                  <p:cNvPr id="5" name="Rectangle 4">
                    <a:extLst>
                      <a:ext uri="{FF2B5EF4-FFF2-40B4-BE49-F238E27FC236}">
                        <a16:creationId xmlns:a16="http://schemas.microsoft.com/office/drawing/2014/main" id="{AFB32E17-1AA7-F3EA-C482-E49F863422EE}"/>
                      </a:ext>
                    </a:extLst>
                  </p:cNvPr>
                  <p:cNvSpPr/>
                  <p:nvPr/>
                </p:nvSpPr>
                <p:spPr>
                  <a:xfrm>
                    <a:off x="4016828" y="1338941"/>
                    <a:ext cx="2525486" cy="1077688"/>
                  </a:xfrm>
                  <a:prstGeom prst="rect">
                    <a:avLst/>
                  </a:prstGeom>
                  <a:solidFill>
                    <a:schemeClr val="tx2">
                      <a:lumMod val="25000"/>
                      <a:lumOff val="7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6" name="Rectangle 5">
                    <a:extLst>
                      <a:ext uri="{FF2B5EF4-FFF2-40B4-BE49-F238E27FC236}">
                        <a16:creationId xmlns:a16="http://schemas.microsoft.com/office/drawing/2014/main" id="{A70A9131-CA66-1254-B2F8-1F3D0B80CF45}"/>
                      </a:ext>
                    </a:extLst>
                  </p:cNvPr>
                  <p:cNvSpPr/>
                  <p:nvPr/>
                </p:nvSpPr>
                <p:spPr>
                  <a:xfrm>
                    <a:off x="4016828" y="1473653"/>
                    <a:ext cx="2525486" cy="808266"/>
                  </a:xfrm>
                  <a:prstGeom prst="rect">
                    <a:avLst/>
                  </a:prstGeom>
                  <a:solidFill>
                    <a:schemeClr val="tx2">
                      <a:lumMod val="50000"/>
                      <a:lumOff val="5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" name="Rectangle 6">
                    <a:extLst>
                      <a:ext uri="{FF2B5EF4-FFF2-40B4-BE49-F238E27FC236}">
                        <a16:creationId xmlns:a16="http://schemas.microsoft.com/office/drawing/2014/main" id="{651CA343-0776-35FA-7A33-98FA0EF0566C}"/>
                      </a:ext>
                    </a:extLst>
                  </p:cNvPr>
                  <p:cNvSpPr/>
                  <p:nvPr/>
                </p:nvSpPr>
                <p:spPr>
                  <a:xfrm>
                    <a:off x="4016828" y="1608364"/>
                    <a:ext cx="2525486" cy="538844"/>
                  </a:xfrm>
                  <a:prstGeom prst="rect">
                    <a:avLst/>
                  </a:prstGeom>
                  <a:solidFill>
                    <a:schemeClr val="tx2">
                      <a:lumMod val="90000"/>
                      <a:lumOff val="1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grpSp>
                <p:nvGrpSpPr>
                  <p:cNvPr id="8" name="Group 7">
                    <a:extLst>
                      <a:ext uri="{FF2B5EF4-FFF2-40B4-BE49-F238E27FC236}">
                        <a16:creationId xmlns:a16="http://schemas.microsoft.com/office/drawing/2014/main" id="{2519F02A-280F-4899-4E04-EA066A09BE8D}"/>
                      </a:ext>
                    </a:extLst>
                  </p:cNvPr>
                  <p:cNvGrpSpPr/>
                  <p:nvPr/>
                </p:nvGrpSpPr>
                <p:grpSpPr>
                  <a:xfrm>
                    <a:off x="6215742" y="1338941"/>
                    <a:ext cx="653144" cy="1077688"/>
                    <a:chOff x="3690256" y="1338941"/>
                    <a:chExt cx="1828800" cy="1828800"/>
                  </a:xfrm>
                </p:grpSpPr>
                <p:sp>
                  <p:nvSpPr>
                    <p:cNvPr id="13" name="Oval 12">
                      <a:extLst>
                        <a:ext uri="{FF2B5EF4-FFF2-40B4-BE49-F238E27FC236}">
                          <a16:creationId xmlns:a16="http://schemas.microsoft.com/office/drawing/2014/main" id="{1B601B1D-A280-929B-1549-8E18B71FDAF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690256" y="1338941"/>
                      <a:ext cx="1828800" cy="1828800"/>
                    </a:xfrm>
                    <a:prstGeom prst="ellipse">
                      <a:avLst/>
                    </a:prstGeom>
                    <a:solidFill>
                      <a:schemeClr val="tx2">
                        <a:lumMod val="25000"/>
                        <a:lumOff val="7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4" name="Oval 13">
                      <a:extLst>
                        <a:ext uri="{FF2B5EF4-FFF2-40B4-BE49-F238E27FC236}">
                          <a16:creationId xmlns:a16="http://schemas.microsoft.com/office/drawing/2014/main" id="{0F3F09E7-795A-1797-F26A-6CDE2E723E2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918857" y="1567542"/>
                      <a:ext cx="1371600" cy="1371600"/>
                    </a:xfrm>
                    <a:prstGeom prst="ellipse">
                      <a:avLst/>
                    </a:prstGeom>
                    <a:solidFill>
                      <a:schemeClr val="tx2">
                        <a:lumMod val="50000"/>
                        <a:lumOff val="5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5" name="Oval 14">
                      <a:extLst>
                        <a:ext uri="{FF2B5EF4-FFF2-40B4-BE49-F238E27FC236}">
                          <a16:creationId xmlns:a16="http://schemas.microsoft.com/office/drawing/2014/main" id="{88E5303B-834B-CF45-9DC6-114225E7446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147457" y="1796142"/>
                      <a:ext cx="914400" cy="914400"/>
                    </a:xfrm>
                    <a:prstGeom prst="ellipse">
                      <a:avLst/>
                    </a:prstGeom>
                    <a:solidFill>
                      <a:schemeClr val="tx2">
                        <a:lumMod val="90000"/>
                        <a:lumOff val="1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</p:grpSp>
              <p:grpSp>
                <p:nvGrpSpPr>
                  <p:cNvPr id="9" name="Group 8">
                    <a:extLst>
                      <a:ext uri="{FF2B5EF4-FFF2-40B4-BE49-F238E27FC236}">
                        <a16:creationId xmlns:a16="http://schemas.microsoft.com/office/drawing/2014/main" id="{FAD18923-7D56-8837-440C-DC9AA792A2C8}"/>
                      </a:ext>
                    </a:extLst>
                  </p:cNvPr>
                  <p:cNvGrpSpPr/>
                  <p:nvPr/>
                </p:nvGrpSpPr>
                <p:grpSpPr>
                  <a:xfrm>
                    <a:off x="3722910" y="1338938"/>
                    <a:ext cx="653144" cy="1077688"/>
                    <a:chOff x="3690256" y="1338941"/>
                    <a:chExt cx="1828800" cy="1828800"/>
                  </a:xfrm>
                </p:grpSpPr>
                <p:sp>
                  <p:nvSpPr>
                    <p:cNvPr id="10" name="Oval 9">
                      <a:extLst>
                        <a:ext uri="{FF2B5EF4-FFF2-40B4-BE49-F238E27FC236}">
                          <a16:creationId xmlns:a16="http://schemas.microsoft.com/office/drawing/2014/main" id="{3F821595-1281-0003-189D-766EEBF0F26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690256" y="1338941"/>
                      <a:ext cx="1828800" cy="1828800"/>
                    </a:xfrm>
                    <a:prstGeom prst="ellipse">
                      <a:avLst/>
                    </a:prstGeom>
                    <a:solidFill>
                      <a:schemeClr val="tx2">
                        <a:lumMod val="25000"/>
                        <a:lumOff val="7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11" name="Oval 10">
                      <a:extLst>
                        <a:ext uri="{FF2B5EF4-FFF2-40B4-BE49-F238E27FC236}">
                          <a16:creationId xmlns:a16="http://schemas.microsoft.com/office/drawing/2014/main" id="{91D313CF-94E7-A77C-37DF-69EBC79EDA9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918857" y="1567542"/>
                      <a:ext cx="1371600" cy="1371600"/>
                    </a:xfrm>
                    <a:prstGeom prst="ellipse">
                      <a:avLst/>
                    </a:prstGeom>
                    <a:solidFill>
                      <a:schemeClr val="tx2">
                        <a:lumMod val="50000"/>
                        <a:lumOff val="5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2" name="Oval 11">
                      <a:extLst>
                        <a:ext uri="{FF2B5EF4-FFF2-40B4-BE49-F238E27FC236}">
                          <a16:creationId xmlns:a16="http://schemas.microsoft.com/office/drawing/2014/main" id="{6AC57EE4-C227-7C4C-D773-C2261B82132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147457" y="1796142"/>
                      <a:ext cx="914400" cy="914400"/>
                    </a:xfrm>
                    <a:prstGeom prst="ellipse">
                      <a:avLst/>
                    </a:prstGeom>
                    <a:solidFill>
                      <a:schemeClr val="tx2">
                        <a:lumMod val="90000"/>
                        <a:lumOff val="1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</p:grpSp>
            </p:grpSp>
            <p:sp>
              <p:nvSpPr>
                <p:cNvPr id="16" name="Freeform: Shape 15">
                  <a:extLst>
                    <a:ext uri="{FF2B5EF4-FFF2-40B4-BE49-F238E27FC236}">
                      <a16:creationId xmlns:a16="http://schemas.microsoft.com/office/drawing/2014/main" id="{163E01D0-7C8A-AC4E-3702-37B6DB6A1BF4}"/>
                    </a:ext>
                  </a:extLst>
                </p:cNvPr>
                <p:cNvSpPr/>
                <p:nvPr/>
              </p:nvSpPr>
              <p:spPr>
                <a:xfrm>
                  <a:off x="1093829" y="1581145"/>
                  <a:ext cx="6678572" cy="1583873"/>
                </a:xfrm>
                <a:custGeom>
                  <a:avLst/>
                  <a:gdLst>
                    <a:gd name="connsiteX0" fmla="*/ 0 w 8567786"/>
                    <a:gd name="connsiteY0" fmla="*/ 1383635 h 2644954"/>
                    <a:gd name="connsiteX1" fmla="*/ 1611086 w 8567786"/>
                    <a:gd name="connsiteY1" fmla="*/ 33807 h 2644954"/>
                    <a:gd name="connsiteX2" fmla="*/ 3222172 w 8567786"/>
                    <a:gd name="connsiteY2" fmla="*/ 2624607 h 2644954"/>
                    <a:gd name="connsiteX3" fmla="*/ 4833257 w 8567786"/>
                    <a:gd name="connsiteY3" fmla="*/ 12035 h 2644954"/>
                    <a:gd name="connsiteX4" fmla="*/ 6433457 w 8567786"/>
                    <a:gd name="connsiteY4" fmla="*/ 2635492 h 2644954"/>
                    <a:gd name="connsiteX5" fmla="*/ 8218715 w 8567786"/>
                    <a:gd name="connsiteY5" fmla="*/ 882892 h 2644954"/>
                    <a:gd name="connsiteX6" fmla="*/ 8567057 w 8567786"/>
                    <a:gd name="connsiteY6" fmla="*/ 654292 h 26449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567786" h="2644954">
                      <a:moveTo>
                        <a:pt x="0" y="1383635"/>
                      </a:moveTo>
                      <a:cubicBezTo>
                        <a:pt x="537028" y="605306"/>
                        <a:pt x="1074057" y="-173022"/>
                        <a:pt x="1611086" y="33807"/>
                      </a:cubicBezTo>
                      <a:cubicBezTo>
                        <a:pt x="2148115" y="240636"/>
                        <a:pt x="2685144" y="2628236"/>
                        <a:pt x="3222172" y="2624607"/>
                      </a:cubicBezTo>
                      <a:cubicBezTo>
                        <a:pt x="3759200" y="2620978"/>
                        <a:pt x="4298043" y="10221"/>
                        <a:pt x="4833257" y="12035"/>
                      </a:cubicBezTo>
                      <a:cubicBezTo>
                        <a:pt x="5368471" y="13849"/>
                        <a:pt x="5869214" y="2490349"/>
                        <a:pt x="6433457" y="2635492"/>
                      </a:cubicBezTo>
                      <a:cubicBezTo>
                        <a:pt x="6997700" y="2780635"/>
                        <a:pt x="7863115" y="1213092"/>
                        <a:pt x="8218715" y="882892"/>
                      </a:cubicBezTo>
                      <a:cubicBezTo>
                        <a:pt x="8574315" y="552692"/>
                        <a:pt x="8570686" y="603492"/>
                        <a:pt x="8567057" y="654292"/>
                      </a:cubicBezTo>
                    </a:path>
                  </a:pathLst>
                </a:custGeom>
                <a:noFill/>
                <a:ln w="38100">
                  <a:solidFill>
                    <a:srgbClr val="FFC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8" name="Group 37">
                <a:extLst>
                  <a:ext uri="{FF2B5EF4-FFF2-40B4-BE49-F238E27FC236}">
                    <a16:creationId xmlns:a16="http://schemas.microsoft.com/office/drawing/2014/main" id="{AF322983-7523-22A1-FD8E-825AB08FE9BF}"/>
                  </a:ext>
                </a:extLst>
              </p:cNvPr>
              <p:cNvGrpSpPr/>
              <p:nvPr/>
            </p:nvGrpSpPr>
            <p:grpSpPr>
              <a:xfrm>
                <a:off x="740294" y="31000"/>
                <a:ext cx="5276333" cy="2175597"/>
                <a:chOff x="281834" y="3453036"/>
                <a:chExt cx="5276333" cy="2175597"/>
              </a:xfrm>
            </p:grpSpPr>
            <p:grpSp>
              <p:nvGrpSpPr>
                <p:cNvPr id="31" name="Group 30">
                  <a:extLst>
                    <a:ext uri="{FF2B5EF4-FFF2-40B4-BE49-F238E27FC236}">
                      <a16:creationId xmlns:a16="http://schemas.microsoft.com/office/drawing/2014/main" id="{DD99BBF6-27C0-64AA-BFB8-B525841DD21B}"/>
                    </a:ext>
                  </a:extLst>
                </p:cNvPr>
                <p:cNvGrpSpPr/>
                <p:nvPr/>
              </p:nvGrpSpPr>
              <p:grpSpPr>
                <a:xfrm>
                  <a:off x="281834" y="4195069"/>
                  <a:ext cx="5276333" cy="1433564"/>
                  <a:chOff x="2774662" y="3792298"/>
                  <a:chExt cx="5276333" cy="1433564"/>
                </a:xfrm>
              </p:grpSpPr>
              <p:grpSp>
                <p:nvGrpSpPr>
                  <p:cNvPr id="17" name="Group 16">
                    <a:extLst>
                      <a:ext uri="{FF2B5EF4-FFF2-40B4-BE49-F238E27FC236}">
                        <a16:creationId xmlns:a16="http://schemas.microsoft.com/office/drawing/2014/main" id="{E2A5A18E-B4A1-74D1-14D6-061BEC68C674}"/>
                      </a:ext>
                    </a:extLst>
                  </p:cNvPr>
                  <p:cNvGrpSpPr/>
                  <p:nvPr/>
                </p:nvGrpSpPr>
                <p:grpSpPr>
                  <a:xfrm>
                    <a:off x="2774662" y="3792298"/>
                    <a:ext cx="5276333" cy="1433564"/>
                    <a:chOff x="1978314" y="4287610"/>
                    <a:chExt cx="5276333" cy="1433564"/>
                  </a:xfrm>
                </p:grpSpPr>
                <p:sp>
                  <p:nvSpPr>
                    <p:cNvPr id="22" name="Rectangle 21">
                      <a:extLst>
                        <a:ext uri="{FF2B5EF4-FFF2-40B4-BE49-F238E27FC236}">
                          <a16:creationId xmlns:a16="http://schemas.microsoft.com/office/drawing/2014/main" id="{4C0746A5-54C3-D2AD-8A29-0918163E9E7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978314" y="4287610"/>
                      <a:ext cx="5276333" cy="1421959"/>
                    </a:xfrm>
                    <a:prstGeom prst="rect">
                      <a:avLst/>
                    </a:prstGeom>
                    <a:gradFill flip="none" rotWithShape="1">
                      <a:gsLst>
                        <a:gs pos="0">
                          <a:schemeClr val="accent5">
                            <a:lumMod val="75000"/>
                          </a:schemeClr>
                        </a:gs>
                        <a:gs pos="74000">
                          <a:schemeClr val="accent5">
                            <a:lumMod val="45000"/>
                            <a:lumOff val="55000"/>
                          </a:schemeClr>
                        </a:gs>
                        <a:gs pos="83000">
                          <a:schemeClr val="accent5">
                            <a:lumMod val="45000"/>
                            <a:lumOff val="55000"/>
                          </a:schemeClr>
                        </a:gs>
                        <a:gs pos="100000">
                          <a:schemeClr val="accent5">
                            <a:lumMod val="30000"/>
                            <a:lumOff val="70000"/>
                          </a:schemeClr>
                        </a:gs>
                      </a:gsLst>
                      <a:lin ang="5400000" scaled="0"/>
                      <a:tileRect/>
                    </a:gra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9" name="Oval 18">
                      <a:extLst>
                        <a:ext uri="{FF2B5EF4-FFF2-40B4-BE49-F238E27FC236}">
                          <a16:creationId xmlns:a16="http://schemas.microsoft.com/office/drawing/2014/main" id="{75F01246-F8AB-7A81-4C5D-6D73F00ACE5B}"/>
                        </a:ext>
                      </a:extLst>
                    </p:cNvPr>
                    <p:cNvSpPr/>
                    <p:nvPr/>
                  </p:nvSpPr>
                  <p:spPr>
                    <a:xfrm rot="1518602">
                      <a:off x="3043082" y="4707821"/>
                      <a:ext cx="757103" cy="1005482"/>
                    </a:xfrm>
                    <a:prstGeom prst="ellipse">
                      <a:avLst/>
                    </a:prstGeom>
                    <a:solidFill>
                      <a:schemeClr val="accent5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0" name="Oval 19">
                      <a:extLst>
                        <a:ext uri="{FF2B5EF4-FFF2-40B4-BE49-F238E27FC236}">
                          <a16:creationId xmlns:a16="http://schemas.microsoft.com/office/drawing/2014/main" id="{E3BD16DE-F6A0-5770-C1C6-FD28B62F58F3}"/>
                        </a:ext>
                      </a:extLst>
                    </p:cNvPr>
                    <p:cNvSpPr/>
                    <p:nvPr/>
                  </p:nvSpPr>
                  <p:spPr>
                    <a:xfrm rot="1518602">
                      <a:off x="4160391" y="4722996"/>
                      <a:ext cx="757103" cy="989540"/>
                    </a:xfrm>
                    <a:prstGeom prst="ellipse">
                      <a:avLst/>
                    </a:prstGeom>
                    <a:solidFill>
                      <a:schemeClr val="accent5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1" name="Oval 20">
                      <a:extLst>
                        <a:ext uri="{FF2B5EF4-FFF2-40B4-BE49-F238E27FC236}">
                          <a16:creationId xmlns:a16="http://schemas.microsoft.com/office/drawing/2014/main" id="{A6976588-C03E-7314-F57B-9B615B4D7D7F}"/>
                        </a:ext>
                      </a:extLst>
                    </p:cNvPr>
                    <p:cNvSpPr/>
                    <p:nvPr/>
                  </p:nvSpPr>
                  <p:spPr>
                    <a:xfrm rot="1518602">
                      <a:off x="5284550" y="4715533"/>
                      <a:ext cx="757103" cy="1005641"/>
                    </a:xfrm>
                    <a:prstGeom prst="ellipse">
                      <a:avLst/>
                    </a:prstGeom>
                    <a:solidFill>
                      <a:schemeClr val="accent5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</p:grpSp>
              <p:sp>
                <p:nvSpPr>
                  <p:cNvPr id="30" name="Freeform: Shape 29">
                    <a:extLst>
                      <a:ext uri="{FF2B5EF4-FFF2-40B4-BE49-F238E27FC236}">
                        <a16:creationId xmlns:a16="http://schemas.microsoft.com/office/drawing/2014/main" id="{EE22C885-E61F-35EB-324A-FF5D7B4490B6}"/>
                      </a:ext>
                    </a:extLst>
                  </p:cNvPr>
                  <p:cNvSpPr/>
                  <p:nvPr/>
                </p:nvSpPr>
                <p:spPr>
                  <a:xfrm>
                    <a:off x="3439885" y="4386820"/>
                    <a:ext cx="4365172" cy="773011"/>
                  </a:xfrm>
                  <a:custGeom>
                    <a:avLst/>
                    <a:gdLst>
                      <a:gd name="connsiteX0" fmla="*/ 0 w 4365172"/>
                      <a:gd name="connsiteY0" fmla="*/ 773011 h 773011"/>
                      <a:gd name="connsiteX1" fmla="*/ 413658 w 4365172"/>
                      <a:gd name="connsiteY1" fmla="*/ 642382 h 773011"/>
                      <a:gd name="connsiteX2" fmla="*/ 1143000 w 4365172"/>
                      <a:gd name="connsiteY2" fmla="*/ 43668 h 773011"/>
                      <a:gd name="connsiteX3" fmla="*/ 1502229 w 4365172"/>
                      <a:gd name="connsiteY3" fmla="*/ 424668 h 773011"/>
                      <a:gd name="connsiteX4" fmla="*/ 2253343 w 4365172"/>
                      <a:gd name="connsiteY4" fmla="*/ 65440 h 773011"/>
                      <a:gd name="connsiteX5" fmla="*/ 2645229 w 4365172"/>
                      <a:gd name="connsiteY5" fmla="*/ 294040 h 773011"/>
                      <a:gd name="connsiteX6" fmla="*/ 3341915 w 4365172"/>
                      <a:gd name="connsiteY6" fmla="*/ 125 h 773011"/>
                      <a:gd name="connsiteX7" fmla="*/ 3777343 w 4365172"/>
                      <a:gd name="connsiteY7" fmla="*/ 261382 h 773011"/>
                      <a:gd name="connsiteX8" fmla="*/ 4365172 w 4365172"/>
                      <a:gd name="connsiteY8" fmla="*/ 566182 h 77301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4365172" h="773011">
                        <a:moveTo>
                          <a:pt x="0" y="773011"/>
                        </a:moveTo>
                        <a:cubicBezTo>
                          <a:pt x="111579" y="768475"/>
                          <a:pt x="223158" y="763939"/>
                          <a:pt x="413658" y="642382"/>
                        </a:cubicBezTo>
                        <a:cubicBezTo>
                          <a:pt x="604158" y="520825"/>
                          <a:pt x="961572" y="79954"/>
                          <a:pt x="1143000" y="43668"/>
                        </a:cubicBezTo>
                        <a:cubicBezTo>
                          <a:pt x="1324428" y="7382"/>
                          <a:pt x="1317172" y="421039"/>
                          <a:pt x="1502229" y="424668"/>
                        </a:cubicBezTo>
                        <a:cubicBezTo>
                          <a:pt x="1687286" y="428297"/>
                          <a:pt x="2062843" y="87211"/>
                          <a:pt x="2253343" y="65440"/>
                        </a:cubicBezTo>
                        <a:cubicBezTo>
                          <a:pt x="2443843" y="43669"/>
                          <a:pt x="2463800" y="304926"/>
                          <a:pt x="2645229" y="294040"/>
                        </a:cubicBezTo>
                        <a:cubicBezTo>
                          <a:pt x="2826658" y="283154"/>
                          <a:pt x="3153229" y="5568"/>
                          <a:pt x="3341915" y="125"/>
                        </a:cubicBezTo>
                        <a:cubicBezTo>
                          <a:pt x="3530601" y="-5318"/>
                          <a:pt x="3606800" y="167039"/>
                          <a:pt x="3777343" y="261382"/>
                        </a:cubicBezTo>
                        <a:cubicBezTo>
                          <a:pt x="3947886" y="355725"/>
                          <a:pt x="4238172" y="511753"/>
                          <a:pt x="4365172" y="566182"/>
                        </a:cubicBezTo>
                      </a:path>
                    </a:pathLst>
                  </a:custGeom>
                  <a:noFill/>
                  <a:ln w="38100">
                    <a:solidFill>
                      <a:srgbClr val="FFFF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36" name="Group 35">
                  <a:extLst>
                    <a:ext uri="{FF2B5EF4-FFF2-40B4-BE49-F238E27FC236}">
                      <a16:creationId xmlns:a16="http://schemas.microsoft.com/office/drawing/2014/main" id="{0B6F6634-9A56-5094-76A3-E48345C692E9}"/>
                    </a:ext>
                  </a:extLst>
                </p:cNvPr>
                <p:cNvGrpSpPr/>
                <p:nvPr/>
              </p:nvGrpSpPr>
              <p:grpSpPr>
                <a:xfrm>
                  <a:off x="1648331" y="3453036"/>
                  <a:ext cx="2519071" cy="707886"/>
                  <a:chOff x="1648331" y="3453036"/>
                  <a:chExt cx="2519071" cy="707886"/>
                </a:xfrm>
              </p:grpSpPr>
              <p:cxnSp>
                <p:nvCxnSpPr>
                  <p:cNvPr id="33" name="Straight Arrow Connector 32">
                    <a:extLst>
                      <a:ext uri="{FF2B5EF4-FFF2-40B4-BE49-F238E27FC236}">
                        <a16:creationId xmlns:a16="http://schemas.microsoft.com/office/drawing/2014/main" id="{7ADCB617-7C03-B5A3-174B-3634061E875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648331" y="4138234"/>
                    <a:ext cx="2241434" cy="7863"/>
                  </a:xfrm>
                  <a:prstGeom prst="straightConnector1">
                    <a:avLst/>
                  </a:prstGeom>
                  <a:ln w="12700">
                    <a:solidFill>
                      <a:schemeClr val="tx1">
                        <a:lumMod val="95000"/>
                        <a:lumOff val="5000"/>
                      </a:schemeClr>
                    </a:solidFill>
                    <a:headEnd type="triangle"/>
                    <a:tailEnd type="triangle"/>
                  </a:ln>
                </p:spPr>
                <p:style>
                  <a:lnRef idx="2">
                    <a:schemeClr val="dk1"/>
                  </a:lnRef>
                  <a:fillRef idx="0">
                    <a:schemeClr val="dk1"/>
                  </a:fillRef>
                  <a:effectRef idx="1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5" name="TextBox 34">
                    <a:extLst>
                      <a:ext uri="{FF2B5EF4-FFF2-40B4-BE49-F238E27FC236}">
                        <a16:creationId xmlns:a16="http://schemas.microsoft.com/office/drawing/2014/main" id="{7E268EAD-7F41-EF5A-66A5-251BA7F7D94F}"/>
                      </a:ext>
                    </a:extLst>
                  </p:cNvPr>
                  <p:cNvSpPr txBox="1"/>
                  <p:nvPr/>
                </p:nvSpPr>
                <p:spPr>
                  <a:xfrm>
                    <a:off x="1758926" y="3453036"/>
                    <a:ext cx="2408476" cy="70788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2000" b="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TID structures are 100-1000 km long.</a:t>
                    </a:r>
                  </a:p>
                </p:txBody>
              </p:sp>
            </p:grpSp>
            <p:sp>
              <p:nvSpPr>
                <p:cNvPr id="37" name="Freeform: Shape 36">
                  <a:extLst>
                    <a:ext uri="{FF2B5EF4-FFF2-40B4-BE49-F238E27FC236}">
                      <a16:creationId xmlns:a16="http://schemas.microsoft.com/office/drawing/2014/main" id="{F834BDB2-47D7-C02A-B7E9-134EB7228919}"/>
                    </a:ext>
                  </a:extLst>
                </p:cNvPr>
                <p:cNvSpPr/>
                <p:nvPr/>
              </p:nvSpPr>
              <p:spPr>
                <a:xfrm>
                  <a:off x="870857" y="4550227"/>
                  <a:ext cx="2786743" cy="1012373"/>
                </a:xfrm>
                <a:custGeom>
                  <a:avLst/>
                  <a:gdLst>
                    <a:gd name="connsiteX0" fmla="*/ 0 w 2786743"/>
                    <a:gd name="connsiteY0" fmla="*/ 1012373 h 1012373"/>
                    <a:gd name="connsiteX1" fmla="*/ 1382486 w 2786743"/>
                    <a:gd name="connsiteY1" fmla="*/ 2 h 1012373"/>
                    <a:gd name="connsiteX2" fmla="*/ 2786743 w 2786743"/>
                    <a:gd name="connsiteY2" fmla="*/ 1001487 h 101237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2786743" h="1012373">
                      <a:moveTo>
                        <a:pt x="0" y="1012373"/>
                      </a:moveTo>
                      <a:cubicBezTo>
                        <a:pt x="459014" y="507094"/>
                        <a:pt x="918029" y="1816"/>
                        <a:pt x="1382486" y="2"/>
                      </a:cubicBezTo>
                      <a:cubicBezTo>
                        <a:pt x="1846943" y="-1812"/>
                        <a:pt x="2541815" y="830944"/>
                        <a:pt x="2786743" y="1001487"/>
                      </a:cubicBezTo>
                    </a:path>
                  </a:pathLst>
                </a:custGeom>
                <a:noFill/>
                <a:ln w="38100">
                  <a:solidFill>
                    <a:srgbClr val="FFFF00"/>
                  </a:solidFill>
                  <a:prstDash val="lg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pic>
          <p:nvPicPr>
            <p:cNvPr id="26" name="Picture 25" descr="A screenshot of a graph&#10;&#10;AI-generated content may be incorrect.">
              <a:extLst>
                <a:ext uri="{FF2B5EF4-FFF2-40B4-BE49-F238E27FC236}">
                  <a16:creationId xmlns:a16="http://schemas.microsoft.com/office/drawing/2014/main" id="{95B366A6-3774-A722-5F09-020998FB35F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84077" y="-2948339"/>
              <a:ext cx="6850699" cy="5823825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586A6491-BDE7-E91B-8665-706738904932}"/>
              </a:ext>
            </a:extLst>
          </p:cNvPr>
          <p:cNvSpPr txBox="1"/>
          <p:nvPr/>
        </p:nvSpPr>
        <p:spPr>
          <a:xfrm>
            <a:off x="2677886" y="3429000"/>
            <a:ext cx="623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(C.1)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C6F94A4-0BDD-4F58-8A37-DCE18494179D}"/>
              </a:ext>
            </a:extLst>
          </p:cNvPr>
          <p:cNvSpPr txBox="1"/>
          <p:nvPr/>
        </p:nvSpPr>
        <p:spPr>
          <a:xfrm>
            <a:off x="2677886" y="5192486"/>
            <a:ext cx="6286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(C.2)</a:t>
            </a:r>
          </a:p>
        </p:txBody>
      </p:sp>
    </p:spTree>
    <p:extLst>
      <p:ext uri="{BB962C8B-B14F-4D97-AF65-F5344CB8AC3E}">
        <p14:creationId xmlns:p14="http://schemas.microsoft.com/office/powerpoint/2010/main" val="11905464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4" name="Group 133">
            <a:extLst>
              <a:ext uri="{FF2B5EF4-FFF2-40B4-BE49-F238E27FC236}">
                <a16:creationId xmlns:a16="http://schemas.microsoft.com/office/drawing/2014/main" id="{1B9C9ACA-0918-C82E-46FF-0C5402968028}"/>
              </a:ext>
            </a:extLst>
          </p:cNvPr>
          <p:cNvGrpSpPr/>
          <p:nvPr/>
        </p:nvGrpSpPr>
        <p:grpSpPr>
          <a:xfrm>
            <a:off x="756011" y="1576968"/>
            <a:ext cx="10395640" cy="3536150"/>
            <a:chOff x="756011" y="1576968"/>
            <a:chExt cx="10395640" cy="3536150"/>
          </a:xfrm>
        </p:grpSpPr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68A42A21-4EA5-1A58-68B1-C54006A12F96}"/>
                </a:ext>
              </a:extLst>
            </p:cNvPr>
            <p:cNvGrpSpPr/>
            <p:nvPr/>
          </p:nvGrpSpPr>
          <p:grpSpPr>
            <a:xfrm>
              <a:off x="1136650" y="4140200"/>
              <a:ext cx="381000" cy="609600"/>
              <a:chOff x="1346200" y="3181350"/>
              <a:chExt cx="762000" cy="1320800"/>
            </a:xfrm>
          </p:grpSpPr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40D8B7B2-5268-9A1C-0BF3-3E5206B107C8}"/>
                  </a:ext>
                </a:extLst>
              </p:cNvPr>
              <p:cNvSpPr/>
              <p:nvPr/>
            </p:nvSpPr>
            <p:spPr>
              <a:xfrm rot="20207503">
                <a:off x="1847850" y="3181350"/>
                <a:ext cx="260350" cy="692150"/>
              </a:xfrm>
              <a:prstGeom prst="ellipse">
                <a:avLst/>
              </a:prstGeom>
              <a:gradFill flip="none" rotWithShape="1">
                <a:gsLst>
                  <a:gs pos="0">
                    <a:schemeClr val="bg1">
                      <a:lumMod val="65000"/>
                      <a:tint val="66000"/>
                      <a:satMod val="160000"/>
                    </a:schemeClr>
                  </a:gs>
                  <a:gs pos="50000">
                    <a:schemeClr val="bg1">
                      <a:lumMod val="65000"/>
                      <a:tint val="44500"/>
                      <a:satMod val="160000"/>
                    </a:schemeClr>
                  </a:gs>
                  <a:gs pos="100000">
                    <a:schemeClr val="bg1">
                      <a:lumMod val="65000"/>
                      <a:tint val="23500"/>
                      <a:satMod val="160000"/>
                    </a:schemeClr>
                  </a:gs>
                </a:gsLst>
                <a:lin ang="0" scaled="1"/>
                <a:tileRect/>
              </a:gra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E7029BA8-5788-58B3-AA82-897612F57AB8}"/>
                  </a:ext>
                </a:extLst>
              </p:cNvPr>
              <p:cNvSpPr/>
              <p:nvPr/>
            </p:nvSpPr>
            <p:spPr>
              <a:xfrm>
                <a:off x="1683194" y="3238499"/>
                <a:ext cx="425006" cy="584201"/>
              </a:xfrm>
              <a:custGeom>
                <a:avLst/>
                <a:gdLst>
                  <a:gd name="connsiteX0" fmla="*/ 145606 w 418656"/>
                  <a:gd name="connsiteY0" fmla="*/ 0 h 636149"/>
                  <a:gd name="connsiteX1" fmla="*/ 12256 w 418656"/>
                  <a:gd name="connsiteY1" fmla="*/ 488950 h 636149"/>
                  <a:gd name="connsiteX2" fmla="*/ 418656 w 418656"/>
                  <a:gd name="connsiteY2" fmla="*/ 635000 h 6361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18656" h="636149">
                    <a:moveTo>
                      <a:pt x="145606" y="0"/>
                    </a:moveTo>
                    <a:cubicBezTo>
                      <a:pt x="56177" y="191558"/>
                      <a:pt x="-33252" y="383117"/>
                      <a:pt x="12256" y="488950"/>
                    </a:cubicBezTo>
                    <a:cubicBezTo>
                      <a:pt x="57764" y="594783"/>
                      <a:pt x="306473" y="644525"/>
                      <a:pt x="418656" y="635000"/>
                    </a:cubicBezTo>
                  </a:path>
                </a:pathLst>
              </a:cu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834DF292-CB0C-0672-C993-095761F30372}"/>
                  </a:ext>
                </a:extLst>
              </p:cNvPr>
              <p:cNvCxnSpPr>
                <a:cxnSpLocks/>
                <a:stCxn id="27" idx="1"/>
              </p:cNvCxnSpPr>
              <p:nvPr/>
            </p:nvCxnSpPr>
            <p:spPr>
              <a:xfrm flipH="1">
                <a:off x="1346200" y="3687521"/>
                <a:ext cx="349436" cy="713029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7D4192B7-BAEB-7479-8270-5D1B284C21C9}"/>
                  </a:ext>
                </a:extLst>
              </p:cNvPr>
              <p:cNvCxnSpPr>
                <a:cxnSpLocks/>
                <a:stCxn id="27" idx="1"/>
              </p:cNvCxnSpPr>
              <p:nvPr/>
            </p:nvCxnSpPr>
            <p:spPr>
              <a:xfrm flipH="1">
                <a:off x="1683194" y="3687521"/>
                <a:ext cx="12442" cy="814629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EBE20E15-975C-FE07-A9FE-6AC88F589FB7}"/>
                  </a:ext>
                </a:extLst>
              </p:cNvPr>
              <p:cNvCxnSpPr>
                <a:cxnSpLocks/>
                <a:stCxn id="27" idx="1"/>
              </p:cNvCxnSpPr>
              <p:nvPr/>
            </p:nvCxnSpPr>
            <p:spPr>
              <a:xfrm>
                <a:off x="1695636" y="3687520"/>
                <a:ext cx="215972" cy="60270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56465A0C-9F27-EF04-9EBC-D0BF702480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0998" y="4018401"/>
                <a:ext cx="132196" cy="102749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1510A3A6-20FA-0221-0033-53141FEA1E8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60432" y="4177725"/>
                <a:ext cx="222762" cy="165675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89DAC443-A865-79C4-D7BD-0965D1D4168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5450" y="4011572"/>
                <a:ext cx="132196" cy="109258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03F607FC-E9B5-FD8D-ADCB-9F1C7FBE1AD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5450" y="4177725"/>
                <a:ext cx="197072" cy="154124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E1EEE09C-A668-94DF-9F3D-7EE4E8CC54B9}"/>
                </a:ext>
              </a:extLst>
            </p:cNvPr>
            <p:cNvSpPr/>
            <p:nvPr/>
          </p:nvSpPr>
          <p:spPr>
            <a:xfrm>
              <a:off x="952500" y="4158037"/>
              <a:ext cx="6600419" cy="590581"/>
            </a:xfrm>
            <a:custGeom>
              <a:avLst/>
              <a:gdLst>
                <a:gd name="connsiteX0" fmla="*/ 0 w 8147050"/>
                <a:gd name="connsiteY0" fmla="*/ 2019331 h 2019331"/>
                <a:gd name="connsiteX1" fmla="*/ 4070350 w 8147050"/>
                <a:gd name="connsiteY1" fmla="*/ 31 h 2019331"/>
                <a:gd name="connsiteX2" fmla="*/ 8147050 w 8147050"/>
                <a:gd name="connsiteY2" fmla="*/ 1968531 h 20193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147050" h="2019331">
                  <a:moveTo>
                    <a:pt x="0" y="2019331"/>
                  </a:moveTo>
                  <a:cubicBezTo>
                    <a:pt x="1356254" y="1013914"/>
                    <a:pt x="2712508" y="8498"/>
                    <a:pt x="4070350" y="31"/>
                  </a:cubicBezTo>
                  <a:cubicBezTo>
                    <a:pt x="5428192" y="-8436"/>
                    <a:pt x="7414683" y="1683839"/>
                    <a:pt x="8147050" y="1968531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CD185319-F5A9-3D0D-9AEE-B65D6F6BBB23}"/>
                </a:ext>
              </a:extLst>
            </p:cNvPr>
            <p:cNvGrpSpPr/>
            <p:nvPr/>
          </p:nvGrpSpPr>
          <p:grpSpPr>
            <a:xfrm>
              <a:off x="844550" y="2126351"/>
              <a:ext cx="6629400" cy="1549431"/>
              <a:chOff x="844550" y="2126351"/>
              <a:chExt cx="8159750" cy="1549431"/>
            </a:xfrm>
          </p:grpSpPr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4CD96414-6B4C-4DF5-1813-010DB4261AB5}"/>
                  </a:ext>
                </a:extLst>
              </p:cNvPr>
              <p:cNvSpPr/>
              <p:nvPr/>
            </p:nvSpPr>
            <p:spPr>
              <a:xfrm>
                <a:off x="844550" y="2932487"/>
                <a:ext cx="8147050" cy="590581"/>
              </a:xfrm>
              <a:custGeom>
                <a:avLst/>
                <a:gdLst>
                  <a:gd name="connsiteX0" fmla="*/ 0 w 8147050"/>
                  <a:gd name="connsiteY0" fmla="*/ 2019331 h 2019331"/>
                  <a:gd name="connsiteX1" fmla="*/ 4070350 w 8147050"/>
                  <a:gd name="connsiteY1" fmla="*/ 31 h 2019331"/>
                  <a:gd name="connsiteX2" fmla="*/ 8147050 w 8147050"/>
                  <a:gd name="connsiteY2" fmla="*/ 1968531 h 20193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8147050" h="2019331">
                    <a:moveTo>
                      <a:pt x="0" y="2019331"/>
                    </a:moveTo>
                    <a:cubicBezTo>
                      <a:pt x="1356254" y="1013914"/>
                      <a:pt x="2712508" y="8498"/>
                      <a:pt x="4070350" y="31"/>
                    </a:cubicBezTo>
                    <a:cubicBezTo>
                      <a:pt x="5428192" y="-8436"/>
                      <a:pt x="7414683" y="1683839"/>
                      <a:pt x="8147050" y="1968531"/>
                    </a:cubicBezTo>
                  </a:path>
                </a:pathLst>
              </a:custGeom>
              <a:noFill/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96B823D0-C7E7-0807-3045-B461D817E299}"/>
                  </a:ext>
                </a:extLst>
              </p:cNvPr>
              <p:cNvSpPr/>
              <p:nvPr/>
            </p:nvSpPr>
            <p:spPr>
              <a:xfrm>
                <a:off x="844550" y="3085201"/>
                <a:ext cx="8147050" cy="590581"/>
              </a:xfrm>
              <a:custGeom>
                <a:avLst/>
                <a:gdLst>
                  <a:gd name="connsiteX0" fmla="*/ 0 w 8147050"/>
                  <a:gd name="connsiteY0" fmla="*/ 2019331 h 2019331"/>
                  <a:gd name="connsiteX1" fmla="*/ 4070350 w 8147050"/>
                  <a:gd name="connsiteY1" fmla="*/ 31 h 2019331"/>
                  <a:gd name="connsiteX2" fmla="*/ 8147050 w 8147050"/>
                  <a:gd name="connsiteY2" fmla="*/ 1968531 h 20193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8147050" h="2019331">
                    <a:moveTo>
                      <a:pt x="0" y="2019331"/>
                    </a:moveTo>
                    <a:cubicBezTo>
                      <a:pt x="1356254" y="1013914"/>
                      <a:pt x="2712508" y="8498"/>
                      <a:pt x="4070350" y="31"/>
                    </a:cubicBezTo>
                    <a:cubicBezTo>
                      <a:pt x="5428192" y="-8436"/>
                      <a:pt x="7414683" y="1683839"/>
                      <a:pt x="8147050" y="1968531"/>
                    </a:cubicBezTo>
                  </a:path>
                </a:pathLst>
              </a:custGeom>
              <a:no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48A8460B-93AB-FB1B-A0DA-5DCECEDCD38A}"/>
                  </a:ext>
                </a:extLst>
              </p:cNvPr>
              <p:cNvSpPr/>
              <p:nvPr/>
            </p:nvSpPr>
            <p:spPr>
              <a:xfrm>
                <a:off x="850900" y="2678801"/>
                <a:ext cx="8147050" cy="590581"/>
              </a:xfrm>
              <a:custGeom>
                <a:avLst/>
                <a:gdLst>
                  <a:gd name="connsiteX0" fmla="*/ 0 w 8147050"/>
                  <a:gd name="connsiteY0" fmla="*/ 2019331 h 2019331"/>
                  <a:gd name="connsiteX1" fmla="*/ 4070350 w 8147050"/>
                  <a:gd name="connsiteY1" fmla="*/ 31 h 2019331"/>
                  <a:gd name="connsiteX2" fmla="*/ 8147050 w 8147050"/>
                  <a:gd name="connsiteY2" fmla="*/ 1968531 h 20193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8147050" h="2019331">
                    <a:moveTo>
                      <a:pt x="0" y="2019331"/>
                    </a:moveTo>
                    <a:cubicBezTo>
                      <a:pt x="1356254" y="1013914"/>
                      <a:pt x="2712508" y="8498"/>
                      <a:pt x="4070350" y="31"/>
                    </a:cubicBezTo>
                    <a:cubicBezTo>
                      <a:pt x="5428192" y="-8436"/>
                      <a:pt x="7414683" y="1683839"/>
                      <a:pt x="8147050" y="1968531"/>
                    </a:cubicBezTo>
                  </a:path>
                </a:pathLst>
              </a:custGeom>
              <a:noFill/>
              <a:ln w="12700">
                <a:solidFill>
                  <a:schemeClr val="tx2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3F3E435C-B0EE-2A8B-9577-780B1CA6F674}"/>
                  </a:ext>
                </a:extLst>
              </p:cNvPr>
              <p:cNvSpPr/>
              <p:nvPr/>
            </p:nvSpPr>
            <p:spPr>
              <a:xfrm>
                <a:off x="857250" y="2126351"/>
                <a:ext cx="8147050" cy="590581"/>
              </a:xfrm>
              <a:custGeom>
                <a:avLst/>
                <a:gdLst>
                  <a:gd name="connsiteX0" fmla="*/ 0 w 8147050"/>
                  <a:gd name="connsiteY0" fmla="*/ 2019331 h 2019331"/>
                  <a:gd name="connsiteX1" fmla="*/ 4070350 w 8147050"/>
                  <a:gd name="connsiteY1" fmla="*/ 31 h 2019331"/>
                  <a:gd name="connsiteX2" fmla="*/ 8147050 w 8147050"/>
                  <a:gd name="connsiteY2" fmla="*/ 1968531 h 20193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8147050" h="2019331">
                    <a:moveTo>
                      <a:pt x="0" y="2019331"/>
                    </a:moveTo>
                    <a:cubicBezTo>
                      <a:pt x="1356254" y="1013914"/>
                      <a:pt x="2712508" y="8498"/>
                      <a:pt x="4070350" y="31"/>
                    </a:cubicBezTo>
                    <a:cubicBezTo>
                      <a:pt x="5428192" y="-8436"/>
                      <a:pt x="7414683" y="1683839"/>
                      <a:pt x="8147050" y="1968531"/>
                    </a:cubicBezTo>
                  </a:path>
                </a:pathLst>
              </a:custGeom>
              <a:noFill/>
              <a:ln w="12700">
                <a:solidFill>
                  <a:schemeClr val="tx2">
                    <a:lumMod val="90000"/>
                    <a:lumOff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39ACC32D-BAAB-64BC-F08C-1C19323B0289}"/>
                  </a:ext>
                </a:extLst>
              </p:cNvPr>
              <p:cNvSpPr txBox="1"/>
              <p:nvPr/>
            </p:nvSpPr>
            <p:spPr>
              <a:xfrm rot="797264">
                <a:off x="6691238" y="2604244"/>
                <a:ext cx="77982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F-Layer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25F5D042-825D-3224-130E-CAA94084CB17}"/>
                  </a:ext>
                </a:extLst>
              </p:cNvPr>
              <p:cNvSpPr txBox="1"/>
              <p:nvPr/>
            </p:nvSpPr>
            <p:spPr>
              <a:xfrm rot="714879">
                <a:off x="6598273" y="2867620"/>
                <a:ext cx="785745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E-Layer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164F7488-89BF-C53D-7CC9-2F76EDED9C5F}"/>
                  </a:ext>
                </a:extLst>
              </p:cNvPr>
              <p:cNvSpPr txBox="1"/>
              <p:nvPr/>
            </p:nvSpPr>
            <p:spPr>
              <a:xfrm rot="671485">
                <a:off x="6542565" y="3080650"/>
                <a:ext cx="80942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D-Layer</a:t>
                </a:r>
              </a:p>
            </p:txBody>
          </p:sp>
        </p:grpSp>
        <p:sp>
          <p:nvSpPr>
            <p:cNvPr id="72" name="Rectangle: Rounded Corners 71">
              <a:extLst>
                <a:ext uri="{FF2B5EF4-FFF2-40B4-BE49-F238E27FC236}">
                  <a16:creationId xmlns:a16="http://schemas.microsoft.com/office/drawing/2014/main" id="{1F37D8F2-D555-7FC9-46D3-C5B070518D24}"/>
                </a:ext>
              </a:extLst>
            </p:cNvPr>
            <p:cNvSpPr/>
            <p:nvPr/>
          </p:nvSpPr>
          <p:spPr>
            <a:xfrm rot="258862">
              <a:off x="4749800" y="4083050"/>
              <a:ext cx="114300" cy="100732"/>
            </a:xfrm>
            <a:prstGeom prst="round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Rectangle: Rounded Corners 73">
              <a:extLst>
                <a:ext uri="{FF2B5EF4-FFF2-40B4-BE49-F238E27FC236}">
                  <a16:creationId xmlns:a16="http://schemas.microsoft.com/office/drawing/2014/main" id="{0A885DC9-9A53-9B0C-443D-B791EB0E26AD}"/>
                </a:ext>
              </a:extLst>
            </p:cNvPr>
            <p:cNvSpPr/>
            <p:nvPr/>
          </p:nvSpPr>
          <p:spPr>
            <a:xfrm rot="885761">
              <a:off x="6324600" y="4362450"/>
              <a:ext cx="114300" cy="100732"/>
            </a:xfrm>
            <a:prstGeom prst="round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7348C23C-4F16-D71F-76D6-D54888DFF5E9}"/>
                </a:ext>
              </a:extLst>
            </p:cNvPr>
            <p:cNvSpPr/>
            <p:nvPr/>
          </p:nvSpPr>
          <p:spPr>
            <a:xfrm>
              <a:off x="1435100" y="2919613"/>
              <a:ext cx="3321050" cy="1353937"/>
            </a:xfrm>
            <a:custGeom>
              <a:avLst/>
              <a:gdLst>
                <a:gd name="connsiteX0" fmla="*/ 0 w 3321050"/>
                <a:gd name="connsiteY0" fmla="*/ 1353937 h 1353937"/>
                <a:gd name="connsiteX1" fmla="*/ 1041400 w 3321050"/>
                <a:gd name="connsiteY1" fmla="*/ 1387 h 1353937"/>
                <a:gd name="connsiteX2" fmla="*/ 3321050 w 3321050"/>
                <a:gd name="connsiteY2" fmla="*/ 1150737 h 1353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21050" h="1353937">
                  <a:moveTo>
                    <a:pt x="0" y="1353937"/>
                  </a:moveTo>
                  <a:cubicBezTo>
                    <a:pt x="243946" y="694595"/>
                    <a:pt x="487892" y="35254"/>
                    <a:pt x="1041400" y="1387"/>
                  </a:cubicBezTo>
                  <a:cubicBezTo>
                    <a:pt x="1594908" y="-32480"/>
                    <a:pt x="2457979" y="559128"/>
                    <a:pt x="3321050" y="1150737"/>
                  </a:cubicBezTo>
                </a:path>
              </a:pathLst>
            </a:custGeom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DF600938-4B6C-6C4C-6D23-1F716959CA49}"/>
                </a:ext>
              </a:extLst>
            </p:cNvPr>
            <p:cNvSpPr/>
            <p:nvPr/>
          </p:nvSpPr>
          <p:spPr>
            <a:xfrm>
              <a:off x="1441450" y="2298538"/>
              <a:ext cx="4895850" cy="2076612"/>
            </a:xfrm>
            <a:custGeom>
              <a:avLst/>
              <a:gdLst>
                <a:gd name="connsiteX0" fmla="*/ 0 w 4895850"/>
                <a:gd name="connsiteY0" fmla="*/ 1987712 h 2076612"/>
                <a:gd name="connsiteX1" fmla="*/ 2133600 w 4895850"/>
                <a:gd name="connsiteY1" fmla="*/ 162 h 2076612"/>
                <a:gd name="connsiteX2" fmla="*/ 4895850 w 4895850"/>
                <a:gd name="connsiteY2" fmla="*/ 2076612 h 2076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895850" h="2076612">
                  <a:moveTo>
                    <a:pt x="0" y="1987712"/>
                  </a:moveTo>
                  <a:cubicBezTo>
                    <a:pt x="658812" y="986528"/>
                    <a:pt x="1317625" y="-14655"/>
                    <a:pt x="2133600" y="162"/>
                  </a:cubicBezTo>
                  <a:cubicBezTo>
                    <a:pt x="2949575" y="14979"/>
                    <a:pt x="3922712" y="1045795"/>
                    <a:pt x="4895850" y="2076612"/>
                  </a:cubicBezTo>
                </a:path>
              </a:pathLst>
            </a:custGeom>
            <a:noFill/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EF6A1632-09DF-32D6-390D-B835FAAC89A5}"/>
                </a:ext>
              </a:extLst>
            </p:cNvPr>
            <p:cNvGrpSpPr/>
            <p:nvPr/>
          </p:nvGrpSpPr>
          <p:grpSpPr>
            <a:xfrm>
              <a:off x="3111500" y="2203288"/>
              <a:ext cx="698500" cy="475544"/>
              <a:chOff x="3111500" y="2203288"/>
              <a:chExt cx="698500" cy="475544"/>
            </a:xfrm>
          </p:grpSpPr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F247D4D5-5CC2-4712-DDBE-53AE546FB701}"/>
                  </a:ext>
                </a:extLst>
              </p:cNvPr>
              <p:cNvCxnSpPr/>
              <p:nvPr/>
            </p:nvCxnSpPr>
            <p:spPr>
              <a:xfrm>
                <a:off x="3111500" y="2260438"/>
                <a:ext cx="387350" cy="418394"/>
              </a:xfrm>
              <a:prstGeom prst="line">
                <a:avLst/>
              </a:prstGeom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Straight Connector 81">
                <a:extLst>
                  <a:ext uri="{FF2B5EF4-FFF2-40B4-BE49-F238E27FC236}">
                    <a16:creationId xmlns:a16="http://schemas.microsoft.com/office/drawing/2014/main" id="{B543003D-4E17-ADFF-EEEA-EDE128DFEDC8}"/>
                  </a:ext>
                </a:extLst>
              </p:cNvPr>
              <p:cNvCxnSpPr/>
              <p:nvPr/>
            </p:nvCxnSpPr>
            <p:spPr>
              <a:xfrm>
                <a:off x="3270250" y="2228688"/>
                <a:ext cx="387350" cy="418394"/>
              </a:xfrm>
              <a:prstGeom prst="line">
                <a:avLst/>
              </a:prstGeom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4989EA8F-4071-626D-86C4-7BB1A27FEA25}"/>
                  </a:ext>
                </a:extLst>
              </p:cNvPr>
              <p:cNvCxnSpPr/>
              <p:nvPr/>
            </p:nvCxnSpPr>
            <p:spPr>
              <a:xfrm>
                <a:off x="3422650" y="2203288"/>
                <a:ext cx="387350" cy="418394"/>
              </a:xfrm>
              <a:prstGeom prst="line">
                <a:avLst/>
              </a:prstGeom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47F149E2-B044-A5AD-0F10-5D7163B9E80F}"/>
                </a:ext>
              </a:extLst>
            </p:cNvPr>
            <p:cNvSpPr/>
            <p:nvPr/>
          </p:nvSpPr>
          <p:spPr>
            <a:xfrm>
              <a:off x="1447800" y="2489200"/>
              <a:ext cx="1860550" cy="1771650"/>
            </a:xfrm>
            <a:custGeom>
              <a:avLst/>
              <a:gdLst>
                <a:gd name="connsiteX0" fmla="*/ 0 w 1860550"/>
                <a:gd name="connsiteY0" fmla="*/ 1771650 h 1771650"/>
                <a:gd name="connsiteX1" fmla="*/ 838200 w 1860550"/>
                <a:gd name="connsiteY1" fmla="*/ 406400 h 1771650"/>
                <a:gd name="connsiteX2" fmla="*/ 1860550 w 1860550"/>
                <a:gd name="connsiteY2" fmla="*/ 0 h 1771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860550" h="1771650">
                  <a:moveTo>
                    <a:pt x="0" y="1771650"/>
                  </a:moveTo>
                  <a:cubicBezTo>
                    <a:pt x="264054" y="1236662"/>
                    <a:pt x="528109" y="701675"/>
                    <a:pt x="838200" y="406400"/>
                  </a:cubicBezTo>
                  <a:cubicBezTo>
                    <a:pt x="1148291" y="111125"/>
                    <a:pt x="1711325" y="50800"/>
                    <a:pt x="1860550" y="0"/>
                  </a:cubicBezTo>
                </a:path>
              </a:pathLst>
            </a:cu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72A20640-11C2-56B5-B1AD-E857EC9374A7}"/>
                </a:ext>
              </a:extLst>
            </p:cNvPr>
            <p:cNvSpPr txBox="1"/>
            <p:nvPr/>
          </p:nvSpPr>
          <p:spPr>
            <a:xfrm>
              <a:off x="3572770" y="2239145"/>
              <a:ext cx="222964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Ionospheric Plasma Irregularities</a:t>
              </a: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33A86B8E-E809-2C25-3282-8D92FD1A18DC}"/>
                </a:ext>
              </a:extLst>
            </p:cNvPr>
            <p:cNvSpPr txBox="1"/>
            <p:nvPr/>
          </p:nvSpPr>
          <p:spPr>
            <a:xfrm>
              <a:off x="844550" y="4741797"/>
              <a:ext cx="91018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SuperDARN</a:t>
              </a: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068679FE-9558-0F74-46C6-E56CD801EED2}"/>
                </a:ext>
              </a:extLst>
            </p:cNvPr>
            <p:cNvSpPr txBox="1"/>
            <p:nvPr/>
          </p:nvSpPr>
          <p:spPr>
            <a:xfrm rot="1968219">
              <a:off x="2387443" y="3458895"/>
              <a:ext cx="250786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solidFill>
                    <a:schemeClr val="accent5">
                      <a:lumMod val="50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Ray-1: 1-hop E-region Ground Scatter</a:t>
              </a: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AAE0F7E-0500-8A23-5CFB-0DB778DAF167}"/>
                </a:ext>
              </a:extLst>
            </p:cNvPr>
            <p:cNvSpPr txBox="1"/>
            <p:nvPr/>
          </p:nvSpPr>
          <p:spPr>
            <a:xfrm rot="2638120">
              <a:off x="4047652" y="3451756"/>
              <a:ext cx="250305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solidFill>
                    <a:srgbClr val="FFC00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Ray-2: 1-hop F-region Ground Scatter</a:t>
              </a: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349F973E-C3FC-0EE1-F88A-3330E10FB01B}"/>
                </a:ext>
              </a:extLst>
            </p:cNvPr>
            <p:cNvSpPr txBox="1"/>
            <p:nvPr/>
          </p:nvSpPr>
          <p:spPr>
            <a:xfrm rot="20529758">
              <a:off x="756011" y="2521171"/>
              <a:ext cx="230851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solidFill>
                    <a:srgbClr val="00B05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Ray-3: ½ hop F-region Ionospheric</a:t>
              </a:r>
            </a:p>
            <a:p>
              <a:r>
                <a:rPr lang="en-US" sz="1200" dirty="0">
                  <a:solidFill>
                    <a:srgbClr val="00B05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Scatter</a:t>
              </a:r>
            </a:p>
          </p:txBody>
        </p: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BE3A0D3C-96CF-E8DC-7CA1-AE362A64CE69}"/>
                </a:ext>
              </a:extLst>
            </p:cNvPr>
            <p:cNvCxnSpPr>
              <a:cxnSpLocks/>
            </p:cNvCxnSpPr>
            <p:nvPr/>
          </p:nvCxnSpPr>
          <p:spPr>
            <a:xfrm>
              <a:off x="3293467" y="1670500"/>
              <a:ext cx="11708" cy="1414701"/>
            </a:xfrm>
            <a:prstGeom prst="line">
              <a:avLst/>
            </a:prstGeom>
            <a:ln w="19050" cap="flat" cmpd="sng" algn="ctr">
              <a:solidFill>
                <a:schemeClr val="dk1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0D4864DC-860F-9444-DE61-688442F4EF7B}"/>
                </a:ext>
              </a:extLst>
            </p:cNvPr>
            <p:cNvSpPr txBox="1"/>
            <p:nvPr/>
          </p:nvSpPr>
          <p:spPr>
            <a:xfrm>
              <a:off x="2783581" y="1834652"/>
              <a:ext cx="88036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B-field Line</a:t>
              </a:r>
            </a:p>
          </p:txBody>
        </p:sp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D87CB95B-6423-828B-6AAC-899679DA341D}"/>
                </a:ext>
              </a:extLst>
            </p:cNvPr>
            <p:cNvGrpSpPr/>
            <p:nvPr/>
          </p:nvGrpSpPr>
          <p:grpSpPr>
            <a:xfrm>
              <a:off x="7693247" y="1576968"/>
              <a:ext cx="3458404" cy="3536150"/>
              <a:chOff x="7693247" y="1576968"/>
              <a:chExt cx="3458404" cy="3536150"/>
            </a:xfrm>
          </p:grpSpPr>
          <p:pic>
            <p:nvPicPr>
              <p:cNvPr id="100" name="Picture 99">
                <a:extLst>
                  <a:ext uri="{FF2B5EF4-FFF2-40B4-BE49-F238E27FC236}">
                    <a16:creationId xmlns:a16="http://schemas.microsoft.com/office/drawing/2014/main" id="{CF104F01-0626-1DEB-FCEC-7FBBC5EEC2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7693247" y="1576968"/>
                <a:ext cx="3458404" cy="3301617"/>
              </a:xfrm>
              <a:prstGeom prst="rect">
                <a:avLst/>
              </a:prstGeom>
              <a:ln>
                <a:solidFill>
                  <a:schemeClr val="dk1"/>
                </a:solidFill>
              </a:ln>
            </p:spPr>
          </p:pic>
          <p:grpSp>
            <p:nvGrpSpPr>
              <p:cNvPr id="117" name="Group 116">
                <a:extLst>
                  <a:ext uri="{FF2B5EF4-FFF2-40B4-BE49-F238E27FC236}">
                    <a16:creationId xmlns:a16="http://schemas.microsoft.com/office/drawing/2014/main" id="{03B9EBB6-F8A0-85C8-1597-44C266CC3455}"/>
                  </a:ext>
                </a:extLst>
              </p:cNvPr>
              <p:cNvGrpSpPr/>
              <p:nvPr/>
            </p:nvGrpSpPr>
            <p:grpSpPr>
              <a:xfrm>
                <a:off x="7803048" y="3044668"/>
                <a:ext cx="1848049" cy="2068450"/>
                <a:chOff x="7803048" y="3044668"/>
                <a:chExt cx="1848049" cy="2068450"/>
              </a:xfrm>
            </p:grpSpPr>
            <p:sp>
              <p:nvSpPr>
                <p:cNvPr id="102" name="Arc 101">
                  <a:extLst>
                    <a:ext uri="{FF2B5EF4-FFF2-40B4-BE49-F238E27FC236}">
                      <a16:creationId xmlns:a16="http://schemas.microsoft.com/office/drawing/2014/main" id="{E214FC43-0455-DB1C-F307-DD031146F925}"/>
                    </a:ext>
                  </a:extLst>
                </p:cNvPr>
                <p:cNvSpPr/>
                <p:nvPr/>
              </p:nvSpPr>
              <p:spPr>
                <a:xfrm>
                  <a:off x="7996816" y="3704169"/>
                  <a:ext cx="877594" cy="1174024"/>
                </a:xfrm>
                <a:prstGeom prst="arc">
                  <a:avLst>
                    <a:gd name="adj1" fmla="val 16200000"/>
                    <a:gd name="adj2" fmla="val 563031"/>
                  </a:avLst>
                </a:prstGeom>
                <a:ln w="28575">
                  <a:solidFill>
                    <a:srgbClr val="7030A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" name="Arc 102">
                  <a:extLst>
                    <a:ext uri="{FF2B5EF4-FFF2-40B4-BE49-F238E27FC236}">
                      <a16:creationId xmlns:a16="http://schemas.microsoft.com/office/drawing/2014/main" id="{61C44AAC-CADC-58E7-84A6-AE555CB16B04}"/>
                    </a:ext>
                  </a:extLst>
                </p:cNvPr>
                <p:cNvSpPr/>
                <p:nvPr/>
              </p:nvSpPr>
              <p:spPr>
                <a:xfrm>
                  <a:off x="7803048" y="3044668"/>
                  <a:ext cx="1848049" cy="2068450"/>
                </a:xfrm>
                <a:prstGeom prst="arc">
                  <a:avLst>
                    <a:gd name="adj1" fmla="val 16200000"/>
                    <a:gd name="adj2" fmla="val 881412"/>
                  </a:avLst>
                </a:prstGeom>
                <a:ln w="28575">
                  <a:solidFill>
                    <a:srgbClr val="7030A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110" name="Group 109">
                  <a:extLst>
                    <a:ext uri="{FF2B5EF4-FFF2-40B4-BE49-F238E27FC236}">
                      <a16:creationId xmlns:a16="http://schemas.microsoft.com/office/drawing/2014/main" id="{3E35576F-4724-7C3D-778C-92594AD732D5}"/>
                    </a:ext>
                  </a:extLst>
                </p:cNvPr>
                <p:cNvGrpSpPr/>
                <p:nvPr/>
              </p:nvGrpSpPr>
              <p:grpSpPr>
                <a:xfrm>
                  <a:off x="8435613" y="3044668"/>
                  <a:ext cx="1191134" cy="1318481"/>
                  <a:chOff x="8435613" y="3044668"/>
                  <a:chExt cx="1191134" cy="1318481"/>
                </a:xfrm>
              </p:grpSpPr>
              <p:cxnSp>
                <p:nvCxnSpPr>
                  <p:cNvPr id="105" name="Straight Connector 104">
                    <a:extLst>
                      <a:ext uri="{FF2B5EF4-FFF2-40B4-BE49-F238E27FC236}">
                        <a16:creationId xmlns:a16="http://schemas.microsoft.com/office/drawing/2014/main" id="{070AFEE0-B63C-406D-6965-4398B58CD1D6}"/>
                      </a:ext>
                    </a:extLst>
                  </p:cNvPr>
                  <p:cNvCxnSpPr>
                    <a:cxnSpLocks/>
                    <a:stCxn id="102" idx="0"/>
                    <a:endCxn id="103" idx="0"/>
                  </p:cNvCxnSpPr>
                  <p:nvPr/>
                </p:nvCxnSpPr>
                <p:spPr>
                  <a:xfrm flipV="1">
                    <a:off x="8435613" y="3044668"/>
                    <a:ext cx="291459" cy="659501"/>
                  </a:xfrm>
                  <a:prstGeom prst="line">
                    <a:avLst/>
                  </a:prstGeom>
                  <a:ln w="28575">
                    <a:solidFill>
                      <a:srgbClr val="7030A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6" name="Straight Connector 105">
                    <a:extLst>
                      <a:ext uri="{FF2B5EF4-FFF2-40B4-BE49-F238E27FC236}">
                        <a16:creationId xmlns:a16="http://schemas.microsoft.com/office/drawing/2014/main" id="{198A2B6C-C604-6761-4E75-5421F0603016}"/>
                      </a:ext>
                    </a:extLst>
                  </p:cNvPr>
                  <p:cNvCxnSpPr>
                    <a:cxnSpLocks/>
                    <a:stCxn id="102" idx="2"/>
                    <a:endCxn id="103" idx="2"/>
                  </p:cNvCxnSpPr>
                  <p:nvPr/>
                </p:nvCxnSpPr>
                <p:spPr>
                  <a:xfrm flipV="1">
                    <a:off x="8871100" y="4314754"/>
                    <a:ext cx="755647" cy="48395"/>
                  </a:xfrm>
                  <a:prstGeom prst="line">
                    <a:avLst/>
                  </a:prstGeom>
                  <a:ln w="28575">
                    <a:solidFill>
                      <a:srgbClr val="7030A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124" name="Arc 123">
                <a:extLst>
                  <a:ext uri="{FF2B5EF4-FFF2-40B4-BE49-F238E27FC236}">
                    <a16:creationId xmlns:a16="http://schemas.microsoft.com/office/drawing/2014/main" id="{47F42DEB-0B75-82D6-B8E1-64B0507F614D}"/>
                  </a:ext>
                </a:extLst>
              </p:cNvPr>
              <p:cNvSpPr/>
              <p:nvPr/>
            </p:nvSpPr>
            <p:spPr>
              <a:xfrm>
                <a:off x="8520826" y="2838224"/>
                <a:ext cx="1848049" cy="2068450"/>
              </a:xfrm>
              <a:prstGeom prst="arc">
                <a:avLst>
                  <a:gd name="adj1" fmla="val 16200000"/>
                  <a:gd name="adj2" fmla="val 881412"/>
                </a:avLst>
              </a:prstGeom>
              <a:ln w="28575">
                <a:solidFill>
                  <a:srgbClr val="FFC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5" name="Arc 124">
                <a:extLst>
                  <a:ext uri="{FF2B5EF4-FFF2-40B4-BE49-F238E27FC236}">
                    <a16:creationId xmlns:a16="http://schemas.microsoft.com/office/drawing/2014/main" id="{FBEDBCD3-5D61-E8B9-E1EA-15D58F1FC4C3}"/>
                  </a:ext>
                </a:extLst>
              </p:cNvPr>
              <p:cNvSpPr/>
              <p:nvPr/>
            </p:nvSpPr>
            <p:spPr>
              <a:xfrm>
                <a:off x="8032663" y="3021038"/>
                <a:ext cx="1848049" cy="2068450"/>
              </a:xfrm>
              <a:prstGeom prst="arc">
                <a:avLst>
                  <a:gd name="adj1" fmla="val 17073580"/>
                  <a:gd name="adj2" fmla="val 474089"/>
                </a:avLst>
              </a:prstGeom>
              <a:ln w="28575">
                <a:solidFill>
                  <a:srgbClr val="FFC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127" name="Straight Connector 126">
                <a:extLst>
                  <a:ext uri="{FF2B5EF4-FFF2-40B4-BE49-F238E27FC236}">
                    <a16:creationId xmlns:a16="http://schemas.microsoft.com/office/drawing/2014/main" id="{A28ABE7B-4F67-9C3C-75D9-ADD85556D231}"/>
                  </a:ext>
                </a:extLst>
              </p:cNvPr>
              <p:cNvCxnSpPr>
                <a:stCxn id="125" idx="0"/>
                <a:endCxn id="124" idx="0"/>
              </p:cNvCxnSpPr>
              <p:nvPr/>
            </p:nvCxnSpPr>
            <p:spPr>
              <a:xfrm flipV="1">
                <a:off x="9214628" y="2838224"/>
                <a:ext cx="230222" cy="223927"/>
              </a:xfrm>
              <a:prstGeom prst="line">
                <a:avLst/>
              </a:prstGeom>
              <a:ln>
                <a:solidFill>
                  <a:srgbClr val="FFC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8" name="Straight Connector 127">
                <a:extLst>
                  <a:ext uri="{FF2B5EF4-FFF2-40B4-BE49-F238E27FC236}">
                    <a16:creationId xmlns:a16="http://schemas.microsoft.com/office/drawing/2014/main" id="{F71293CB-1E86-EB72-BCE5-6F660D00A867}"/>
                  </a:ext>
                </a:extLst>
              </p:cNvPr>
              <p:cNvCxnSpPr>
                <a:cxnSpLocks/>
                <a:stCxn id="125" idx="2"/>
                <a:endCxn id="124" idx="2"/>
              </p:cNvCxnSpPr>
              <p:nvPr/>
            </p:nvCxnSpPr>
            <p:spPr>
              <a:xfrm flipV="1">
                <a:off x="9873689" y="4108310"/>
                <a:ext cx="470836" cy="74222"/>
              </a:xfrm>
              <a:prstGeom prst="line">
                <a:avLst/>
              </a:prstGeom>
              <a:ln>
                <a:solidFill>
                  <a:srgbClr val="FFC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BC79C1C4-4A93-D72E-4B24-045308E8EF3B}"/>
                </a:ext>
              </a:extLst>
            </p:cNvPr>
            <p:cNvSpPr txBox="1"/>
            <p:nvPr/>
          </p:nvSpPr>
          <p:spPr>
            <a:xfrm>
              <a:off x="1805921" y="1922219"/>
              <a:ext cx="4555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(A)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6291619B-5B0F-7A20-F27D-23932CDB4087}"/>
                </a:ext>
              </a:extLst>
            </p:cNvPr>
            <p:cNvSpPr txBox="1"/>
            <p:nvPr/>
          </p:nvSpPr>
          <p:spPr>
            <a:xfrm>
              <a:off x="7936131" y="2018622"/>
              <a:ext cx="4555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(B)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037374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9F6F5A37-C517-2B9E-75A3-B6FC60616EBF}"/>
              </a:ext>
            </a:extLst>
          </p:cNvPr>
          <p:cNvGrpSpPr/>
          <p:nvPr/>
        </p:nvGrpSpPr>
        <p:grpSpPr>
          <a:xfrm>
            <a:off x="2496000" y="966058"/>
            <a:ext cx="7200000" cy="4925883"/>
            <a:chOff x="2496000" y="966058"/>
            <a:chExt cx="7200000" cy="4925883"/>
          </a:xfrm>
        </p:grpSpPr>
        <p:pic>
          <p:nvPicPr>
            <p:cNvPr id="5" name="Picture 4" descr="A screenshot of a graph&#10;&#10;AI-generated content may be incorrect.">
              <a:extLst>
                <a:ext uri="{FF2B5EF4-FFF2-40B4-BE49-F238E27FC236}">
                  <a16:creationId xmlns:a16="http://schemas.microsoft.com/office/drawing/2014/main" id="{C60B4593-0521-A84B-6615-A01524CC3AB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96000" y="966058"/>
              <a:ext cx="7200000" cy="4925883"/>
            </a:xfrm>
            <a:prstGeom prst="rect">
              <a:avLst/>
            </a:prstGeom>
          </p:spPr>
        </p:pic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DADF6E9C-FF60-3E2A-D893-13C5881795E0}"/>
                </a:ext>
              </a:extLst>
            </p:cNvPr>
            <p:cNvSpPr/>
            <p:nvPr/>
          </p:nvSpPr>
          <p:spPr>
            <a:xfrm>
              <a:off x="3222171" y="1600200"/>
              <a:ext cx="4626429" cy="664423"/>
            </a:xfrm>
            <a:custGeom>
              <a:avLst/>
              <a:gdLst>
                <a:gd name="connsiteX0" fmla="*/ 0 w 4626429"/>
                <a:gd name="connsiteY0" fmla="*/ 446314 h 664423"/>
                <a:gd name="connsiteX1" fmla="*/ 326572 w 4626429"/>
                <a:gd name="connsiteY1" fmla="*/ 620486 h 664423"/>
                <a:gd name="connsiteX2" fmla="*/ 827315 w 4626429"/>
                <a:gd name="connsiteY2" fmla="*/ 326571 h 664423"/>
                <a:gd name="connsiteX3" fmla="*/ 1143000 w 4626429"/>
                <a:gd name="connsiteY3" fmla="*/ 468086 h 664423"/>
                <a:gd name="connsiteX4" fmla="*/ 1643743 w 4626429"/>
                <a:gd name="connsiteY4" fmla="*/ 370114 h 664423"/>
                <a:gd name="connsiteX5" fmla="*/ 1948543 w 4626429"/>
                <a:gd name="connsiteY5" fmla="*/ 664029 h 664423"/>
                <a:gd name="connsiteX6" fmla="*/ 2656115 w 4626429"/>
                <a:gd name="connsiteY6" fmla="*/ 435429 h 664423"/>
                <a:gd name="connsiteX7" fmla="*/ 3124200 w 4626429"/>
                <a:gd name="connsiteY7" fmla="*/ 533400 h 664423"/>
                <a:gd name="connsiteX8" fmla="*/ 3494315 w 4626429"/>
                <a:gd name="connsiteY8" fmla="*/ 413657 h 664423"/>
                <a:gd name="connsiteX9" fmla="*/ 3799115 w 4626429"/>
                <a:gd name="connsiteY9" fmla="*/ 489857 h 664423"/>
                <a:gd name="connsiteX10" fmla="*/ 4114800 w 4626429"/>
                <a:gd name="connsiteY10" fmla="*/ 489857 h 664423"/>
                <a:gd name="connsiteX11" fmla="*/ 4626429 w 4626429"/>
                <a:gd name="connsiteY11" fmla="*/ 0 h 664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626429" h="664423">
                  <a:moveTo>
                    <a:pt x="0" y="446314"/>
                  </a:moveTo>
                  <a:cubicBezTo>
                    <a:pt x="94343" y="543378"/>
                    <a:pt x="188686" y="640443"/>
                    <a:pt x="326572" y="620486"/>
                  </a:cubicBezTo>
                  <a:cubicBezTo>
                    <a:pt x="464458" y="600529"/>
                    <a:pt x="691244" y="351971"/>
                    <a:pt x="827315" y="326571"/>
                  </a:cubicBezTo>
                  <a:cubicBezTo>
                    <a:pt x="963386" y="301171"/>
                    <a:pt x="1006929" y="460829"/>
                    <a:pt x="1143000" y="468086"/>
                  </a:cubicBezTo>
                  <a:cubicBezTo>
                    <a:pt x="1279071" y="475343"/>
                    <a:pt x="1509486" y="337457"/>
                    <a:pt x="1643743" y="370114"/>
                  </a:cubicBezTo>
                  <a:cubicBezTo>
                    <a:pt x="1778000" y="402771"/>
                    <a:pt x="1779815" y="653143"/>
                    <a:pt x="1948543" y="664029"/>
                  </a:cubicBezTo>
                  <a:cubicBezTo>
                    <a:pt x="2117271" y="674915"/>
                    <a:pt x="2460172" y="457200"/>
                    <a:pt x="2656115" y="435429"/>
                  </a:cubicBezTo>
                  <a:cubicBezTo>
                    <a:pt x="2852058" y="413658"/>
                    <a:pt x="2984500" y="537029"/>
                    <a:pt x="3124200" y="533400"/>
                  </a:cubicBezTo>
                  <a:cubicBezTo>
                    <a:pt x="3263900" y="529771"/>
                    <a:pt x="3381829" y="420914"/>
                    <a:pt x="3494315" y="413657"/>
                  </a:cubicBezTo>
                  <a:cubicBezTo>
                    <a:pt x="3606801" y="406400"/>
                    <a:pt x="3695701" y="477157"/>
                    <a:pt x="3799115" y="489857"/>
                  </a:cubicBezTo>
                  <a:cubicBezTo>
                    <a:pt x="3902529" y="502557"/>
                    <a:pt x="3976914" y="571500"/>
                    <a:pt x="4114800" y="489857"/>
                  </a:cubicBezTo>
                  <a:cubicBezTo>
                    <a:pt x="4252686" y="408214"/>
                    <a:pt x="4439557" y="204107"/>
                    <a:pt x="4626429" y="0"/>
                  </a:cubicBezTo>
                </a:path>
              </a:pathLst>
            </a:custGeom>
            <a:ln w="38100">
              <a:solidFill>
                <a:srgbClr val="92D050"/>
              </a:solidFill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1F26FC8F-763D-5B45-092F-B76C1D726E15}"/>
                </a:ext>
              </a:extLst>
            </p:cNvPr>
            <p:cNvSpPr/>
            <p:nvPr/>
          </p:nvSpPr>
          <p:spPr>
            <a:xfrm>
              <a:off x="3690257" y="4147457"/>
              <a:ext cx="609600" cy="218122"/>
            </a:xfrm>
            <a:custGeom>
              <a:avLst/>
              <a:gdLst>
                <a:gd name="connsiteX0" fmla="*/ 0 w 609600"/>
                <a:gd name="connsiteY0" fmla="*/ 0 h 218122"/>
                <a:gd name="connsiteX1" fmla="*/ 326572 w 609600"/>
                <a:gd name="connsiteY1" fmla="*/ 217714 h 218122"/>
                <a:gd name="connsiteX2" fmla="*/ 609600 w 609600"/>
                <a:gd name="connsiteY2" fmla="*/ 43543 h 2181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09600" h="218122">
                  <a:moveTo>
                    <a:pt x="0" y="0"/>
                  </a:moveTo>
                  <a:cubicBezTo>
                    <a:pt x="112486" y="105228"/>
                    <a:pt x="224972" y="210457"/>
                    <a:pt x="326572" y="217714"/>
                  </a:cubicBezTo>
                  <a:cubicBezTo>
                    <a:pt x="428172" y="224971"/>
                    <a:pt x="518886" y="134257"/>
                    <a:pt x="609600" y="43543"/>
                  </a:cubicBezTo>
                </a:path>
              </a:pathLst>
            </a:custGeom>
            <a:noFill/>
            <a:ln w="38100">
              <a:solidFill>
                <a:srgbClr val="92D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C9E69F27-D965-1E05-0DCE-C095493AE6EB}"/>
                </a:ext>
              </a:extLst>
            </p:cNvPr>
            <p:cNvSpPr/>
            <p:nvPr/>
          </p:nvSpPr>
          <p:spPr>
            <a:xfrm>
              <a:off x="4767943" y="4299857"/>
              <a:ext cx="881743" cy="275052"/>
            </a:xfrm>
            <a:custGeom>
              <a:avLst/>
              <a:gdLst>
                <a:gd name="connsiteX0" fmla="*/ 0 w 881743"/>
                <a:gd name="connsiteY0" fmla="*/ 0 h 275052"/>
                <a:gd name="connsiteX1" fmla="*/ 359228 w 881743"/>
                <a:gd name="connsiteY1" fmla="*/ 272143 h 275052"/>
                <a:gd name="connsiteX2" fmla="*/ 881743 w 881743"/>
                <a:gd name="connsiteY2" fmla="*/ 119743 h 2750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1743" h="275052">
                  <a:moveTo>
                    <a:pt x="0" y="0"/>
                  </a:moveTo>
                  <a:cubicBezTo>
                    <a:pt x="106135" y="126093"/>
                    <a:pt x="212271" y="252186"/>
                    <a:pt x="359228" y="272143"/>
                  </a:cubicBezTo>
                  <a:cubicBezTo>
                    <a:pt x="506185" y="292100"/>
                    <a:pt x="693964" y="205921"/>
                    <a:pt x="881743" y="119743"/>
                  </a:cubicBezTo>
                </a:path>
              </a:pathLst>
            </a:custGeom>
            <a:noFill/>
            <a:ln w="38100">
              <a:solidFill>
                <a:srgbClr val="92D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D5BC562-DD2B-A43C-BDB4-8194AAFEB5B4}"/>
                </a:ext>
              </a:extLst>
            </p:cNvPr>
            <p:cNvSpPr/>
            <p:nvPr/>
          </p:nvSpPr>
          <p:spPr>
            <a:xfrm>
              <a:off x="5878286" y="4212771"/>
              <a:ext cx="1055914" cy="273981"/>
            </a:xfrm>
            <a:custGeom>
              <a:avLst/>
              <a:gdLst>
                <a:gd name="connsiteX0" fmla="*/ 0 w 1055914"/>
                <a:gd name="connsiteY0" fmla="*/ 97972 h 273981"/>
                <a:gd name="connsiteX1" fmla="*/ 609600 w 1055914"/>
                <a:gd name="connsiteY1" fmla="*/ 272143 h 273981"/>
                <a:gd name="connsiteX2" fmla="*/ 1055914 w 1055914"/>
                <a:gd name="connsiteY2" fmla="*/ 0 h 273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55914" h="273981">
                  <a:moveTo>
                    <a:pt x="0" y="97972"/>
                  </a:moveTo>
                  <a:cubicBezTo>
                    <a:pt x="216807" y="193222"/>
                    <a:pt x="433614" y="288472"/>
                    <a:pt x="609600" y="272143"/>
                  </a:cubicBezTo>
                  <a:cubicBezTo>
                    <a:pt x="785586" y="255814"/>
                    <a:pt x="920750" y="127907"/>
                    <a:pt x="1055914" y="0"/>
                  </a:cubicBezTo>
                </a:path>
              </a:pathLst>
            </a:custGeom>
            <a:noFill/>
            <a:ln w="38100">
              <a:solidFill>
                <a:srgbClr val="92D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262551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1156</TotalTime>
  <Words>51</Words>
  <Application>Microsoft Office PowerPoint</Application>
  <PresentationFormat>Widescreen</PresentationFormat>
  <Paragraphs>15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Chakraborty, Shibaji</dc:creator>
  <cp:lastModifiedBy>Chakraborty, Shibaji</cp:lastModifiedBy>
  <cp:revision>19</cp:revision>
  <dcterms:created xsi:type="dcterms:W3CDTF">2025-05-02T14:55:52Z</dcterms:created>
  <dcterms:modified xsi:type="dcterms:W3CDTF">2025-05-03T19:48:35Z</dcterms:modified>
</cp:coreProperties>
</file>