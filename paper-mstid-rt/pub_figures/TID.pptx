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2DE06-1F5A-40F0-9245-33C25B0C41BB}" v="2" dt="2026-03-27T21:19:03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kraborty, Shibaji" userId="79e4c661-8013-4408-bb0d-45b9f5507581" providerId="ADAL" clId="{411556AA-ABC4-4C7A-AA8F-7BA57922C5A5}"/>
    <pc:docChg chg="undo custSel addSld modSld">
      <pc:chgData name="Chakraborty, Shibaji" userId="79e4c661-8013-4408-bb0d-45b9f5507581" providerId="ADAL" clId="{411556AA-ABC4-4C7A-AA8F-7BA57922C5A5}" dt="2026-03-27T21:21:11.237" v="127" actId="1038"/>
      <pc:docMkLst>
        <pc:docMk/>
      </pc:docMkLst>
      <pc:sldChg chg="addSp delSp modSp mod">
        <pc:chgData name="Chakraborty, Shibaji" userId="79e4c661-8013-4408-bb0d-45b9f5507581" providerId="ADAL" clId="{411556AA-ABC4-4C7A-AA8F-7BA57922C5A5}" dt="2026-03-13T14:51:50.089" v="66" actId="1076"/>
        <pc:sldMkLst>
          <pc:docMk/>
          <pc:sldMk cId="2303737477" sldId="258"/>
        </pc:sldMkLst>
        <pc:spChg chg="mod">
          <ac:chgData name="Chakraborty, Shibaji" userId="79e4c661-8013-4408-bb0d-45b9f5507581" providerId="ADAL" clId="{411556AA-ABC4-4C7A-AA8F-7BA57922C5A5}" dt="2026-03-13T14:18:02.468" v="50" actId="1076"/>
          <ac:spMkLst>
            <pc:docMk/>
            <pc:sldMk cId="2303737477" sldId="258"/>
            <ac:spMk id="4" creationId="{E761CFD1-82CD-BC64-1AD6-117ADA0FA564}"/>
          </ac:spMkLst>
        </pc:spChg>
        <pc:spChg chg="mod">
          <ac:chgData name="Chakraborty, Shibaji" userId="79e4c661-8013-4408-bb0d-45b9f5507581" providerId="ADAL" clId="{411556AA-ABC4-4C7A-AA8F-7BA57922C5A5}" dt="2026-03-13T14:51:25.170" v="62" actId="1076"/>
          <ac:spMkLst>
            <pc:docMk/>
            <pc:sldMk cId="2303737477" sldId="258"/>
            <ac:spMk id="5" creationId="{8CA39408-D38D-2F2B-2176-6D5D62F74FE7}"/>
          </ac:spMkLst>
        </pc:spChg>
        <pc:spChg chg="mod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27" creationId="{E7029BA8-5788-58B3-AA82-897612F57AB8}"/>
          </ac:spMkLst>
        </pc:spChg>
        <pc:spChg chg="mod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62" creationId="{96B823D0-C7E7-0807-3045-B461D817E299}"/>
          </ac:spMkLst>
        </pc:spChg>
        <pc:spChg chg="mod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63" creationId="{48A8460B-93AB-FB1B-A0DA-5DCECEDCD38A}"/>
          </ac:spMkLst>
        </pc:spChg>
        <pc:spChg chg="mod topLvl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78" creationId="{7348C23C-4F16-D71F-76D6-D54888DFF5E9}"/>
          </ac:spMkLst>
        </pc:spChg>
        <pc:spChg chg="mod topLvl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79" creationId="{DF600938-4B6C-6C4C-6D23-1F716959CA49}"/>
          </ac:spMkLst>
        </pc:spChg>
        <pc:spChg chg="mod topLvl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87" creationId="{47F149E2-B044-A5AD-0F10-5D7163B9E80F}"/>
          </ac:spMkLst>
        </pc:spChg>
        <pc:spChg chg="mod topLvl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88" creationId="{72A20640-11C2-56B5-B1AD-E857EC9374A7}"/>
          </ac:spMkLst>
        </pc:spChg>
        <pc:spChg chg="mod topLvl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91" creationId="{068679FE-9558-0F74-46C6-E56CD801EED2}"/>
          </ac:spMkLst>
        </pc:spChg>
        <pc:spChg chg="mod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102" creationId="{E214FC43-0455-DB1C-F307-DD031146F925}"/>
          </ac:spMkLst>
        </pc:spChg>
        <pc:spChg chg="mod">
          <ac:chgData name="Chakraborty, Shibaji" userId="79e4c661-8013-4408-bb0d-45b9f5507581" providerId="ADAL" clId="{411556AA-ABC4-4C7A-AA8F-7BA57922C5A5}" dt="2026-03-13T14:51:48.163" v="65" actId="165"/>
          <ac:spMkLst>
            <pc:docMk/>
            <pc:sldMk cId="2303737477" sldId="258"/>
            <ac:spMk id="103" creationId="{61C44AAC-CADC-58E7-84A6-AE555CB16B04}"/>
          </ac:spMkLst>
        </pc:spChg>
        <pc:picChg chg="mod">
          <ac:chgData name="Chakraborty, Shibaji" userId="79e4c661-8013-4408-bb0d-45b9f5507581" providerId="ADAL" clId="{411556AA-ABC4-4C7A-AA8F-7BA57922C5A5}" dt="2026-03-13T14:51:50.089" v="66" actId="1076"/>
          <ac:picMkLst>
            <pc:docMk/>
            <pc:sldMk cId="2303737477" sldId="258"/>
            <ac:picMk id="3" creationId="{BDDDC78B-B828-1F54-6B50-23CF83FC18ED}"/>
          </ac:picMkLst>
        </pc:picChg>
        <pc:cxnChg chg="mod">
          <ac:chgData name="Chakraborty, Shibaji" userId="79e4c661-8013-4408-bb0d-45b9f5507581" providerId="ADAL" clId="{411556AA-ABC4-4C7A-AA8F-7BA57922C5A5}" dt="2026-03-13T14:18:33.093" v="56" actId="14100"/>
          <ac:cxnSpMkLst>
            <pc:docMk/>
            <pc:sldMk cId="2303737477" sldId="258"/>
            <ac:cxnSpMk id="105" creationId="{070AFEE0-B63C-406D-6965-4398B58CD1D6}"/>
          </ac:cxnSpMkLst>
        </pc:cxnChg>
        <pc:cxnChg chg="mod">
          <ac:chgData name="Chakraborty, Shibaji" userId="79e4c661-8013-4408-bb0d-45b9f5507581" providerId="ADAL" clId="{411556AA-ABC4-4C7A-AA8F-7BA57922C5A5}" dt="2026-03-13T14:18:33.093" v="56" actId="14100"/>
          <ac:cxnSpMkLst>
            <pc:docMk/>
            <pc:sldMk cId="2303737477" sldId="258"/>
            <ac:cxnSpMk id="106" creationId="{198A2B6C-C604-6761-4E75-5421F0603016}"/>
          </ac:cxnSpMkLst>
        </pc:cxnChg>
      </pc:sldChg>
      <pc:sldChg chg="addSp delSp modSp new mod">
        <pc:chgData name="Chakraborty, Shibaji" userId="79e4c661-8013-4408-bb0d-45b9f5507581" providerId="ADAL" clId="{411556AA-ABC4-4C7A-AA8F-7BA57922C5A5}" dt="2026-02-27T16:32:36.560" v="4" actId="1076"/>
        <pc:sldMkLst>
          <pc:docMk/>
          <pc:sldMk cId="2979986961" sldId="261"/>
        </pc:sldMkLst>
        <pc:picChg chg="add mod">
          <ac:chgData name="Chakraborty, Shibaji" userId="79e4c661-8013-4408-bb0d-45b9f5507581" providerId="ADAL" clId="{411556AA-ABC4-4C7A-AA8F-7BA57922C5A5}" dt="2026-02-27T16:32:36.560" v="4" actId="1076"/>
          <ac:picMkLst>
            <pc:docMk/>
            <pc:sldMk cId="2979986961" sldId="261"/>
            <ac:picMk id="5" creationId="{A8CDA9D7-6FC2-3982-6B72-7F52AB7B6FE8}"/>
          </ac:picMkLst>
        </pc:picChg>
      </pc:sldChg>
      <pc:sldChg chg="addSp delSp modSp new mod setBg">
        <pc:chgData name="Chakraborty, Shibaji" userId="79e4c661-8013-4408-bb0d-45b9f5507581" providerId="ADAL" clId="{411556AA-ABC4-4C7A-AA8F-7BA57922C5A5}" dt="2026-03-27T21:21:11.237" v="127" actId="1038"/>
        <pc:sldMkLst>
          <pc:docMk/>
          <pc:sldMk cId="1288422559" sldId="262"/>
        </pc:sldMkLst>
        <pc:spChg chg="add del mod">
          <ac:chgData name="Chakraborty, Shibaji" userId="79e4c661-8013-4408-bb0d-45b9f5507581" providerId="ADAL" clId="{411556AA-ABC4-4C7A-AA8F-7BA57922C5A5}" dt="2026-03-27T21:21:11.237" v="127" actId="1038"/>
          <ac:spMkLst>
            <pc:docMk/>
            <pc:sldMk cId="1288422559" sldId="262"/>
            <ac:spMk id="8" creationId="{78353F3B-6543-E940-8216-0B3113A75EAD}"/>
          </ac:spMkLst>
        </pc:spChg>
        <pc:spChg chg="add mod">
          <ac:chgData name="Chakraborty, Shibaji" userId="79e4c661-8013-4408-bb0d-45b9f5507581" providerId="ADAL" clId="{411556AA-ABC4-4C7A-AA8F-7BA57922C5A5}" dt="2026-03-27T21:19:03.515" v="92" actId="14826"/>
          <ac:spMkLst>
            <pc:docMk/>
            <pc:sldMk cId="1288422559" sldId="262"/>
            <ac:spMk id="9" creationId="{0E4A129C-E01C-3506-C991-23DF6A7A3724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15" creationId="{F3060C83-F051-4F0E-ABAD-AA0DFC48B218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17" creationId="{83C98ABE-055B-441F-B07E-44F97F083C39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19" creationId="{29FDB030-9B49-4CED-8CCD-4D99382388AC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21" creationId="{3783CA14-24A1-485C-8B30-D6A5D87987AD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23" creationId="{9A97C86A-04D6-40F7-AE84-31AB43E6A846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25" creationId="{FF9F2414-84E8-453E-B1F3-389FDE8192D9}"/>
          </ac:spMkLst>
        </pc:spChg>
        <pc:spChg chg="add del">
          <ac:chgData name="Chakraborty, Shibaji" userId="79e4c661-8013-4408-bb0d-45b9f5507581" providerId="ADAL" clId="{411556AA-ABC4-4C7A-AA8F-7BA57922C5A5}" dt="2026-03-27T21:20:43.768" v="104" actId="26606"/>
          <ac:spMkLst>
            <pc:docMk/>
            <pc:sldMk cId="1288422559" sldId="262"/>
            <ac:spMk id="27" creationId="{3ECA69A1-7536-43AC-85EF-C7106179F5ED}"/>
          </ac:spMkLst>
        </pc:spChg>
        <pc:grpChg chg="add mod">
          <ac:chgData name="Chakraborty, Shibaji" userId="79e4c661-8013-4408-bb0d-45b9f5507581" providerId="ADAL" clId="{411556AA-ABC4-4C7A-AA8F-7BA57922C5A5}" dt="2026-03-27T21:20:43.879" v="105" actId="26606"/>
          <ac:grpSpMkLst>
            <pc:docMk/>
            <pc:sldMk cId="1288422559" sldId="262"/>
            <ac:grpSpMk id="10" creationId="{D96F7CF5-5FF6-A0F6-A039-093666AF33E5}"/>
          </ac:grpSpMkLst>
        </pc:grpChg>
        <pc:picChg chg="add mod ord">
          <ac:chgData name="Chakraborty, Shibaji" userId="79e4c661-8013-4408-bb0d-45b9f5507581" providerId="ADAL" clId="{411556AA-ABC4-4C7A-AA8F-7BA57922C5A5}" dt="2026-03-27T21:21:06.330" v="111" actId="1076"/>
          <ac:picMkLst>
            <pc:docMk/>
            <pc:sldMk cId="1288422559" sldId="262"/>
            <ac:picMk id="5" creationId="{C687F1D9-FA38-0E1F-66B2-B02940CB9602}"/>
          </ac:picMkLst>
        </pc:picChg>
        <pc:picChg chg="add mod">
          <ac:chgData name="Chakraborty, Shibaji" userId="79e4c661-8013-4408-bb0d-45b9f5507581" providerId="ADAL" clId="{411556AA-ABC4-4C7A-AA8F-7BA57922C5A5}" dt="2026-03-27T21:19:03.515" v="92" actId="14826"/>
          <ac:picMkLst>
            <pc:docMk/>
            <pc:sldMk cId="1288422559" sldId="262"/>
            <ac:picMk id="7" creationId="{27DBA422-1DD0-3E36-7F96-DDAC073E8656}"/>
          </ac:picMkLst>
        </pc:picChg>
      </pc:sldChg>
      <pc:sldChg chg="addSp modSp add mod">
        <pc:chgData name="Chakraborty, Shibaji" userId="79e4c661-8013-4408-bb0d-45b9f5507581" providerId="ADAL" clId="{411556AA-ABC4-4C7A-AA8F-7BA57922C5A5}" dt="2026-03-13T14:53:22.593" v="75" actId="164"/>
        <pc:sldMkLst>
          <pc:docMk/>
          <pc:sldMk cId="3686886136" sldId="263"/>
        </pc:sldMkLst>
        <pc:spChg chg="mod">
          <ac:chgData name="Chakraborty, Shibaji" userId="79e4c661-8013-4408-bb0d-45b9f5507581" providerId="ADAL" clId="{411556AA-ABC4-4C7A-AA8F-7BA57922C5A5}" dt="2026-03-13T14:52:09.052" v="70"/>
          <ac:spMkLst>
            <pc:docMk/>
            <pc:sldMk cId="3686886136" sldId="263"/>
            <ac:spMk id="22" creationId="{6BA8CB70-DF7B-0FE9-75EB-3F85A6F41542}"/>
          </ac:spMkLst>
        </pc:spChg>
        <pc:spChg chg="mod">
          <ac:chgData name="Chakraborty, Shibaji" userId="79e4c661-8013-4408-bb0d-45b9f5507581" providerId="ADAL" clId="{411556AA-ABC4-4C7A-AA8F-7BA57922C5A5}" dt="2026-03-13T14:52:09.052" v="70"/>
          <ac:spMkLst>
            <pc:docMk/>
            <pc:sldMk cId="3686886136" sldId="263"/>
            <ac:spMk id="23" creationId="{F44E5F98-687D-CAE6-2E58-775D529318E5}"/>
          </ac:spMkLst>
        </pc:spChg>
        <pc:spChg chg="add mod">
          <ac:chgData name="Chakraborty, Shibaji" userId="79e4c661-8013-4408-bb0d-45b9f5507581" providerId="ADAL" clId="{411556AA-ABC4-4C7A-AA8F-7BA57922C5A5}" dt="2026-03-13T14:53:22.593" v="75" actId="164"/>
          <ac:spMkLst>
            <pc:docMk/>
            <pc:sldMk cId="3686886136" sldId="263"/>
            <ac:spMk id="31" creationId="{28350142-DF88-8A96-3789-8C936B35ECE8}"/>
          </ac:spMkLst>
        </pc:spChg>
        <pc:spChg chg="add mod">
          <ac:chgData name="Chakraborty, Shibaji" userId="79e4c661-8013-4408-bb0d-45b9f5507581" providerId="ADAL" clId="{411556AA-ABC4-4C7A-AA8F-7BA57922C5A5}" dt="2026-03-13T14:53:22.593" v="75" actId="164"/>
          <ac:spMkLst>
            <pc:docMk/>
            <pc:sldMk cId="3686886136" sldId="263"/>
            <ac:spMk id="32" creationId="{648872FC-5C9F-ADC1-5752-1923C08313A4}"/>
          </ac:spMkLst>
        </pc:spChg>
        <pc:spChg chg="add mod">
          <ac:chgData name="Chakraborty, Shibaji" userId="79e4c661-8013-4408-bb0d-45b9f5507581" providerId="ADAL" clId="{411556AA-ABC4-4C7A-AA8F-7BA57922C5A5}" dt="2026-03-13T14:53:22.593" v="75" actId="164"/>
          <ac:spMkLst>
            <pc:docMk/>
            <pc:sldMk cId="3686886136" sldId="263"/>
            <ac:spMk id="37" creationId="{59B39AED-F873-1023-869B-2D9BC70F569A}"/>
          </ac:spMkLst>
        </pc:spChg>
        <pc:spChg chg="add mod">
          <ac:chgData name="Chakraborty, Shibaji" userId="79e4c661-8013-4408-bb0d-45b9f5507581" providerId="ADAL" clId="{411556AA-ABC4-4C7A-AA8F-7BA57922C5A5}" dt="2026-03-13T14:53:22.593" v="75" actId="164"/>
          <ac:spMkLst>
            <pc:docMk/>
            <pc:sldMk cId="3686886136" sldId="263"/>
            <ac:spMk id="38" creationId="{CD28C2D3-DE82-136E-230E-7FB0582922C9}"/>
          </ac:spMkLst>
        </pc:spChg>
        <pc:spChg chg="add mod">
          <ac:chgData name="Chakraborty, Shibaji" userId="79e4c661-8013-4408-bb0d-45b9f5507581" providerId="ADAL" clId="{411556AA-ABC4-4C7A-AA8F-7BA57922C5A5}" dt="2026-03-13T14:53:22.593" v="75" actId="164"/>
          <ac:spMkLst>
            <pc:docMk/>
            <pc:sldMk cId="3686886136" sldId="263"/>
            <ac:spMk id="42" creationId="{8F0435BB-AB7B-FABE-64D5-2FBC25DE3879}"/>
          </ac:spMkLst>
        </pc:spChg>
        <pc:grpChg chg="mod">
          <ac:chgData name="Chakraborty, Shibaji" userId="79e4c661-8013-4408-bb0d-45b9f5507581" providerId="ADAL" clId="{411556AA-ABC4-4C7A-AA8F-7BA57922C5A5}" dt="2026-03-13T14:53:22.593" v="75" actId="164"/>
          <ac:grpSpMkLst>
            <pc:docMk/>
            <pc:sldMk cId="3686886136" sldId="263"/>
            <ac:grpSpMk id="10" creationId="{63C94D0E-C280-1372-4A25-86C6AFAB6476}"/>
          </ac:grpSpMkLst>
        </pc:grpChg>
        <pc:grpChg chg="add mod">
          <ac:chgData name="Chakraborty, Shibaji" userId="79e4c661-8013-4408-bb0d-45b9f5507581" providerId="ADAL" clId="{411556AA-ABC4-4C7A-AA8F-7BA57922C5A5}" dt="2026-03-13T14:53:22.593" v="75" actId="164"/>
          <ac:grpSpMkLst>
            <pc:docMk/>
            <pc:sldMk cId="3686886136" sldId="263"/>
            <ac:grpSpMk id="21" creationId="{4ADC6A81-BDAC-81E2-B6E9-70BA7367D18F}"/>
          </ac:grpSpMkLst>
        </pc:grpChg>
        <pc:grpChg chg="mod">
          <ac:chgData name="Chakraborty, Shibaji" userId="79e4c661-8013-4408-bb0d-45b9f5507581" providerId="ADAL" clId="{411556AA-ABC4-4C7A-AA8F-7BA57922C5A5}" dt="2026-03-13T14:52:09.052" v="70"/>
          <ac:grpSpMkLst>
            <pc:docMk/>
            <pc:sldMk cId="3686886136" sldId="263"/>
            <ac:grpSpMk id="24" creationId="{1614E203-0A51-9CE3-5837-89E0F5E83A64}"/>
          </ac:grpSpMkLst>
        </pc:grpChg>
        <pc:grpChg chg="add mod">
          <ac:chgData name="Chakraborty, Shibaji" userId="79e4c661-8013-4408-bb0d-45b9f5507581" providerId="ADAL" clId="{411556AA-ABC4-4C7A-AA8F-7BA57922C5A5}" dt="2026-03-13T14:53:22.593" v="75" actId="164"/>
          <ac:grpSpMkLst>
            <pc:docMk/>
            <pc:sldMk cId="3686886136" sldId="263"/>
            <ac:grpSpMk id="43" creationId="{E442D601-E449-118A-32ED-BE76634FFC5F}"/>
          </ac:grpSpMkLst>
        </pc:grpChg>
        <pc:picChg chg="add mod ord">
          <ac:chgData name="Chakraborty, Shibaji" userId="79e4c661-8013-4408-bb0d-45b9f5507581" providerId="ADAL" clId="{411556AA-ABC4-4C7A-AA8F-7BA57922C5A5}" dt="2026-03-13T14:53:22.593" v="75" actId="164"/>
          <ac:picMkLst>
            <pc:docMk/>
            <pc:sldMk cId="3686886136" sldId="263"/>
            <ac:picMk id="40" creationId="{CDEA8B44-9896-CAAD-EED3-BA9173CDA177}"/>
          </ac:picMkLst>
        </pc:picChg>
        <pc:cxnChg chg="mod">
          <ac:chgData name="Chakraborty, Shibaji" userId="79e4c661-8013-4408-bb0d-45b9f5507581" providerId="ADAL" clId="{411556AA-ABC4-4C7A-AA8F-7BA57922C5A5}" dt="2026-03-13T14:52:09.052" v="70"/>
          <ac:cxnSpMkLst>
            <pc:docMk/>
            <pc:sldMk cId="3686886136" sldId="263"/>
            <ac:cxnSpMk id="26" creationId="{774F000B-33DB-37C2-64E2-6B0E21BEC2F9}"/>
          </ac:cxnSpMkLst>
        </pc:cxnChg>
        <pc:cxnChg chg="add mod">
          <ac:chgData name="Chakraborty, Shibaji" userId="79e4c661-8013-4408-bb0d-45b9f5507581" providerId="ADAL" clId="{411556AA-ABC4-4C7A-AA8F-7BA57922C5A5}" dt="2026-03-13T14:53:22.593" v="75" actId="164"/>
          <ac:cxnSpMkLst>
            <pc:docMk/>
            <pc:sldMk cId="3686886136" sldId="263"/>
            <ac:cxnSpMk id="35" creationId="{1EDF7F32-3499-4106-5727-CBA1178F0019}"/>
          </ac:cxnSpMkLst>
        </pc:cxnChg>
      </pc:sldChg>
      <pc:sldChg chg="addSp delSp modSp new mod">
        <pc:chgData name="Chakraborty, Shibaji" userId="79e4c661-8013-4408-bb0d-45b9f5507581" providerId="ADAL" clId="{411556AA-ABC4-4C7A-AA8F-7BA57922C5A5}" dt="2026-03-16T17:22:32.019" v="90" actId="478"/>
        <pc:sldMkLst>
          <pc:docMk/>
          <pc:sldMk cId="268540478" sldId="264"/>
        </pc:sldMkLst>
        <pc:picChg chg="add mod">
          <ac:chgData name="Chakraborty, Shibaji" userId="79e4c661-8013-4408-bb0d-45b9f5507581" providerId="ADAL" clId="{411556AA-ABC4-4C7A-AA8F-7BA57922C5A5}" dt="2026-03-16T17:21:20.352" v="79"/>
          <ac:picMkLst>
            <pc:docMk/>
            <pc:sldMk cId="268540478" sldId="264"/>
            <ac:picMk id="5" creationId="{34A7FE4B-CC2C-1A6E-F030-B6DA1046E00E}"/>
          </ac:picMkLst>
        </pc:picChg>
        <pc:cxnChg chg="add mod">
          <ac:chgData name="Chakraborty, Shibaji" userId="79e4c661-8013-4408-bb0d-45b9f5507581" providerId="ADAL" clId="{411556AA-ABC4-4C7A-AA8F-7BA57922C5A5}" dt="2026-03-16T17:21:50.100" v="81" actId="1076"/>
          <ac:cxnSpMkLst>
            <pc:docMk/>
            <pc:sldMk cId="268540478" sldId="264"/>
            <ac:cxnSpMk id="7" creationId="{8A3B8438-3271-F4FD-63B1-21B9FC050377}"/>
          </ac:cxnSpMkLst>
        </pc:cxnChg>
        <pc:cxnChg chg="add mod">
          <ac:chgData name="Chakraborty, Shibaji" userId="79e4c661-8013-4408-bb0d-45b9f5507581" providerId="ADAL" clId="{411556AA-ABC4-4C7A-AA8F-7BA57922C5A5}" dt="2026-03-16T17:21:52.986" v="83" actId="1076"/>
          <ac:cxnSpMkLst>
            <pc:docMk/>
            <pc:sldMk cId="268540478" sldId="264"/>
            <ac:cxnSpMk id="8" creationId="{74CEF2E3-AD48-E475-B4BA-14E102ED8224}"/>
          </ac:cxnSpMkLst>
        </pc:cxnChg>
        <pc:cxnChg chg="add mod">
          <ac:chgData name="Chakraborty, Shibaji" userId="79e4c661-8013-4408-bb0d-45b9f5507581" providerId="ADAL" clId="{411556AA-ABC4-4C7A-AA8F-7BA57922C5A5}" dt="2026-03-16T17:22:05.755" v="85" actId="1076"/>
          <ac:cxnSpMkLst>
            <pc:docMk/>
            <pc:sldMk cId="268540478" sldId="264"/>
            <ac:cxnSpMk id="9" creationId="{C23A8A1B-885E-93D3-341D-A8F6DADA514F}"/>
          </ac:cxnSpMkLst>
        </pc:cxnChg>
        <pc:cxnChg chg="add mod">
          <ac:chgData name="Chakraborty, Shibaji" userId="79e4c661-8013-4408-bb0d-45b9f5507581" providerId="ADAL" clId="{411556AA-ABC4-4C7A-AA8F-7BA57922C5A5}" dt="2026-03-16T17:22:05.755" v="85" actId="1076"/>
          <ac:cxnSpMkLst>
            <pc:docMk/>
            <pc:sldMk cId="268540478" sldId="264"/>
            <ac:cxnSpMk id="10" creationId="{E907B237-78FF-4743-5FF4-77A48FB0C7F7}"/>
          </ac:cxnSpMkLst>
        </pc:cxnChg>
        <pc:cxnChg chg="add mod">
          <ac:chgData name="Chakraborty, Shibaji" userId="79e4c661-8013-4408-bb0d-45b9f5507581" providerId="ADAL" clId="{411556AA-ABC4-4C7A-AA8F-7BA57922C5A5}" dt="2026-03-16T17:22:14.888" v="87" actId="1076"/>
          <ac:cxnSpMkLst>
            <pc:docMk/>
            <pc:sldMk cId="268540478" sldId="264"/>
            <ac:cxnSpMk id="11" creationId="{F6A073C2-2DA9-D560-D6E3-AE3FBA94541E}"/>
          </ac:cxnSpMkLst>
        </pc:cxnChg>
        <pc:cxnChg chg="add mod">
          <ac:chgData name="Chakraborty, Shibaji" userId="79e4c661-8013-4408-bb0d-45b9f5507581" providerId="ADAL" clId="{411556AA-ABC4-4C7A-AA8F-7BA57922C5A5}" dt="2026-03-16T17:22:14.888" v="87" actId="1076"/>
          <ac:cxnSpMkLst>
            <pc:docMk/>
            <pc:sldMk cId="268540478" sldId="264"/>
            <ac:cxnSpMk id="12" creationId="{2888C80F-D840-C542-6DA0-15A8F94C302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885-4736-9689-0269-2F67EF48F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8BB0F-7DE2-84F0-6E74-75B2127CB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C4E68-45F7-C9BA-B806-C87C1845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5158-EE34-1BB5-0DC4-620ACEE3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E028-9214-8942-B9CF-56684B81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5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5952-29A8-5760-BA6D-D5032343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3660-D2BD-61E9-AFDB-5E1921CA5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3A6D-3FEE-F9AF-DE08-575D9376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D5BEB-28BE-7A0F-EE12-FA99F288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698D4-3C22-AD53-0DAF-E9A59E11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0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98F8-B77B-EA20-F797-C6A62A6C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A9DED-670D-AA2E-E580-5C6B6586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6173-82C2-B4C8-1673-8D84A982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C2C97-9313-2BCB-7B62-F0AC2975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C2B2-C2BC-595C-DA32-846DFF7F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7EEA-A502-7DCF-8296-2152F3CD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239CE-606C-8F9B-816F-95FCF27C6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F3AB2-F8C4-28A3-2E35-5C55D1C7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B411E-60B4-FE28-2EBE-03E3CDA8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BCB35-E444-6C18-1018-39324A73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DBB87-4685-E77C-C4AE-868CD5D7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4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0F19-A624-46E6-F046-77BC8FBC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F79A4-27B7-DD70-1E70-642A5986F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C96AD-6716-2802-DDDA-7D7405B7A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B0244-555E-9A96-7330-E7BAF4F43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7D2A0-0ED1-BCC8-F2B7-1C0FC0561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A8A2A-6460-ED72-175A-4333DBF9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CFF3F-148A-80E1-0C4E-2B29EFAC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CBCF6-C6A0-C1F2-7796-171D12CD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1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E871-ABFD-A666-6A3E-97209F9D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44E3F-AA9D-85A6-770A-88A3F31B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2A3C9-65AA-B961-D385-C94FA9EB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E65E9-F133-2A74-8DF5-3FAEB7FC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6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CF65A-0CB3-C2E6-D070-30ED0CDB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C5988-D1FB-7341-9078-E1FED635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53A9D-0C27-0D02-73D8-3C2600E1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0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D05E-5C5F-2AA8-922E-4FA8B7B1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6FA7-8944-2AB1-6E00-EF578304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6E29F-F93B-5B90-065F-509F3F23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AC2DC-9F70-7715-DD4B-09CBC4DF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3C3C3-F8C9-295F-7676-0F4CEC92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22E4B-2478-7C7C-E5EF-6617366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D7E26-4B57-F0AF-54C7-58360E9D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35DB6-8351-920C-2A71-3D4931EAE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B9B3-29D3-AA2E-F2B7-6249CB70D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25F84-9A8B-17D3-860F-57D6DEC1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07ECD-5038-4992-5276-81B7CE50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F7408-6BA0-7FBF-0B11-6E2B22DD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3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371E-D8CE-72DE-D769-58354476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CB1C2-F4B6-FED5-566D-BAFE604F0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2335A-4008-C3E9-2367-555115B1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EA26-434B-8FDD-8654-AB003D9C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E82EF-4063-7B91-FBB9-16E2141B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1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2B4CB-3364-22D3-5ABE-0FCA25CB0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35768-7512-6C99-B67B-61868144D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045C-06F0-BD34-31C4-04423645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BAC1-F40A-E82B-62FE-4428DF00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C858-FA19-B81B-BEE7-D699F113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9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FA726-8557-8C42-DCCE-95CCB637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12370-8E7A-C575-90C1-3270A6A8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0C87-DC5E-F7C5-1862-4CA5E1CC4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82490-085F-45B0-B756-BD60DC77582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1442C-2328-9E68-F72B-630EBCB00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1D5A-7296-8134-09B8-E3E10FD08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4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1AF716-CA73-6D52-CE5A-B8322EE4D664}"/>
              </a:ext>
            </a:extLst>
          </p:cNvPr>
          <p:cNvGrpSpPr/>
          <p:nvPr/>
        </p:nvGrpSpPr>
        <p:grpSpPr>
          <a:xfrm>
            <a:off x="9361713" y="3799113"/>
            <a:ext cx="1828800" cy="1828800"/>
            <a:chOff x="3690256" y="1338941"/>
            <a:chExt cx="1828800" cy="18288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42A7CED-3806-82BC-7D46-C0C2A9DE84E3}"/>
                </a:ext>
              </a:extLst>
            </p:cNvPr>
            <p:cNvSpPr/>
            <p:nvPr/>
          </p:nvSpPr>
          <p:spPr>
            <a:xfrm>
              <a:off x="3690256" y="1338941"/>
              <a:ext cx="1828800" cy="18288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A7E934-F037-9DF9-C5B8-AE9C9882C17A}"/>
                </a:ext>
              </a:extLst>
            </p:cNvPr>
            <p:cNvSpPr/>
            <p:nvPr/>
          </p:nvSpPr>
          <p:spPr>
            <a:xfrm>
              <a:off x="3918857" y="1567542"/>
              <a:ext cx="1371600" cy="13716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042C5A-5A50-F8D5-13A7-02C8B37E84AE}"/>
                </a:ext>
              </a:extLst>
            </p:cNvPr>
            <p:cNvSpPr/>
            <p:nvPr/>
          </p:nvSpPr>
          <p:spPr>
            <a:xfrm>
              <a:off x="4147457" y="1796142"/>
              <a:ext cx="914400" cy="9144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7C8DA2-E3B8-C547-A3A1-5DB344239DEA}"/>
              </a:ext>
            </a:extLst>
          </p:cNvPr>
          <p:cNvGrpSpPr/>
          <p:nvPr/>
        </p:nvGrpSpPr>
        <p:grpSpPr>
          <a:xfrm>
            <a:off x="8131625" y="359221"/>
            <a:ext cx="3646714" cy="1077691"/>
            <a:chOff x="3722910" y="1338938"/>
            <a:chExt cx="3145976" cy="107769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BB95D3-5B1A-DCAB-E280-0A4680930B27}"/>
                </a:ext>
              </a:extLst>
            </p:cNvPr>
            <p:cNvSpPr/>
            <p:nvPr/>
          </p:nvSpPr>
          <p:spPr>
            <a:xfrm>
              <a:off x="4016828" y="1338941"/>
              <a:ext cx="2525486" cy="107768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FA00B1-1F8B-DAD9-38C2-A18C6A330E10}"/>
                </a:ext>
              </a:extLst>
            </p:cNvPr>
            <p:cNvSpPr/>
            <p:nvPr/>
          </p:nvSpPr>
          <p:spPr>
            <a:xfrm>
              <a:off x="4016828" y="1473653"/>
              <a:ext cx="2525486" cy="80826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AA3BFA-8B5F-B86D-6086-6F8CE4C8429B}"/>
                </a:ext>
              </a:extLst>
            </p:cNvPr>
            <p:cNvSpPr/>
            <p:nvPr/>
          </p:nvSpPr>
          <p:spPr>
            <a:xfrm>
              <a:off x="4016828" y="1608364"/>
              <a:ext cx="2525486" cy="53884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84D996-83D8-866E-33E0-6663E271E1D8}"/>
                </a:ext>
              </a:extLst>
            </p:cNvPr>
            <p:cNvGrpSpPr/>
            <p:nvPr/>
          </p:nvGrpSpPr>
          <p:grpSpPr>
            <a:xfrm>
              <a:off x="6215742" y="1338941"/>
              <a:ext cx="653144" cy="1077688"/>
              <a:chOff x="3690256" y="1338941"/>
              <a:chExt cx="1828800" cy="18288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9A11A8E-BE04-38C6-992D-BE3208239415}"/>
                  </a:ext>
                </a:extLst>
              </p:cNvPr>
              <p:cNvSpPr/>
              <p:nvPr/>
            </p:nvSpPr>
            <p:spPr>
              <a:xfrm>
                <a:off x="3690256" y="1338941"/>
                <a:ext cx="1828800" cy="1828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BBBD32-F6A7-468F-6511-78B2B8FA89E1}"/>
                  </a:ext>
                </a:extLst>
              </p:cNvPr>
              <p:cNvSpPr/>
              <p:nvPr/>
            </p:nvSpPr>
            <p:spPr>
              <a:xfrm>
                <a:off x="3918857" y="1567542"/>
                <a:ext cx="1371600" cy="13716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1EBE87-6022-1FBA-AD06-4C2CE26115B7}"/>
                  </a:ext>
                </a:extLst>
              </p:cNvPr>
              <p:cNvSpPr/>
              <p:nvPr/>
            </p:nvSpPr>
            <p:spPr>
              <a:xfrm>
                <a:off x="4147457" y="1796142"/>
                <a:ext cx="914400" cy="91440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8DA3C91-8223-8EB9-E663-CC6AF5D54BBB}"/>
                </a:ext>
              </a:extLst>
            </p:cNvPr>
            <p:cNvGrpSpPr/>
            <p:nvPr/>
          </p:nvGrpSpPr>
          <p:grpSpPr>
            <a:xfrm>
              <a:off x="3722910" y="1338938"/>
              <a:ext cx="653144" cy="1077688"/>
              <a:chOff x="3690256" y="1338941"/>
              <a:chExt cx="1828800" cy="18288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FDEB8A7-AEA0-B0E4-4CFE-3917B7833C15}"/>
                  </a:ext>
                </a:extLst>
              </p:cNvPr>
              <p:cNvSpPr/>
              <p:nvPr/>
            </p:nvSpPr>
            <p:spPr>
              <a:xfrm>
                <a:off x="3690256" y="1338941"/>
                <a:ext cx="1828800" cy="1828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7141937-BE54-BB21-A78B-71C607744D6D}"/>
                  </a:ext>
                </a:extLst>
              </p:cNvPr>
              <p:cNvSpPr/>
              <p:nvPr/>
            </p:nvSpPr>
            <p:spPr>
              <a:xfrm>
                <a:off x="3918857" y="1567542"/>
                <a:ext cx="1371600" cy="13716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DA2658-06B0-2CBA-5429-0D6F8453E98C}"/>
                  </a:ext>
                </a:extLst>
              </p:cNvPr>
              <p:cNvSpPr/>
              <p:nvPr/>
            </p:nvSpPr>
            <p:spPr>
              <a:xfrm>
                <a:off x="4147457" y="1796142"/>
                <a:ext cx="914400" cy="91440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4C3629C-5AF2-10F5-9B17-BA0308202327}"/>
              </a:ext>
            </a:extLst>
          </p:cNvPr>
          <p:cNvSpPr/>
          <p:nvPr/>
        </p:nvSpPr>
        <p:spPr>
          <a:xfrm>
            <a:off x="717589" y="224787"/>
            <a:ext cx="6537058" cy="1077412"/>
          </a:xfrm>
          <a:custGeom>
            <a:avLst/>
            <a:gdLst>
              <a:gd name="connsiteX0" fmla="*/ 0 w 8567786"/>
              <a:gd name="connsiteY0" fmla="*/ 1383635 h 2644954"/>
              <a:gd name="connsiteX1" fmla="*/ 1611086 w 8567786"/>
              <a:gd name="connsiteY1" fmla="*/ 33807 h 2644954"/>
              <a:gd name="connsiteX2" fmla="*/ 3222172 w 8567786"/>
              <a:gd name="connsiteY2" fmla="*/ 2624607 h 2644954"/>
              <a:gd name="connsiteX3" fmla="*/ 4833257 w 8567786"/>
              <a:gd name="connsiteY3" fmla="*/ 12035 h 2644954"/>
              <a:gd name="connsiteX4" fmla="*/ 6433457 w 8567786"/>
              <a:gd name="connsiteY4" fmla="*/ 2635492 h 2644954"/>
              <a:gd name="connsiteX5" fmla="*/ 8218715 w 8567786"/>
              <a:gd name="connsiteY5" fmla="*/ 882892 h 2644954"/>
              <a:gd name="connsiteX6" fmla="*/ 8567057 w 8567786"/>
              <a:gd name="connsiteY6" fmla="*/ 654292 h 264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67786" h="2644954">
                <a:moveTo>
                  <a:pt x="0" y="1383635"/>
                </a:moveTo>
                <a:cubicBezTo>
                  <a:pt x="537028" y="605306"/>
                  <a:pt x="1074057" y="-173022"/>
                  <a:pt x="1611086" y="33807"/>
                </a:cubicBezTo>
                <a:cubicBezTo>
                  <a:pt x="2148115" y="240636"/>
                  <a:pt x="2685144" y="2628236"/>
                  <a:pt x="3222172" y="2624607"/>
                </a:cubicBezTo>
                <a:cubicBezTo>
                  <a:pt x="3759200" y="2620978"/>
                  <a:pt x="4298043" y="10221"/>
                  <a:pt x="4833257" y="12035"/>
                </a:cubicBezTo>
                <a:cubicBezTo>
                  <a:pt x="5368471" y="13849"/>
                  <a:pt x="5869214" y="2490349"/>
                  <a:pt x="6433457" y="2635492"/>
                </a:cubicBezTo>
                <a:cubicBezTo>
                  <a:pt x="6997700" y="2780635"/>
                  <a:pt x="7863115" y="1213092"/>
                  <a:pt x="8218715" y="882892"/>
                </a:cubicBezTo>
                <a:cubicBezTo>
                  <a:pt x="8574315" y="552692"/>
                  <a:pt x="8570686" y="603492"/>
                  <a:pt x="8567057" y="654292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4F9F1AC-CF0D-C47A-B461-A0B5F31A2DF2}"/>
              </a:ext>
            </a:extLst>
          </p:cNvPr>
          <p:cNvGrpSpPr/>
          <p:nvPr/>
        </p:nvGrpSpPr>
        <p:grpSpPr>
          <a:xfrm>
            <a:off x="1978314" y="3175908"/>
            <a:ext cx="5276333" cy="2352627"/>
            <a:chOff x="1978314" y="3175908"/>
            <a:chExt cx="5276333" cy="235262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8F53AD9-54C1-1E62-BC36-2B9F9300FE3D}"/>
                </a:ext>
              </a:extLst>
            </p:cNvPr>
            <p:cNvGrpSpPr/>
            <p:nvPr/>
          </p:nvGrpSpPr>
          <p:grpSpPr>
            <a:xfrm>
              <a:off x="1978314" y="3175908"/>
              <a:ext cx="5276333" cy="2321379"/>
              <a:chOff x="2354552" y="1888404"/>
              <a:chExt cx="5276333" cy="328231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5BED41-078F-EFA7-2703-8EFE43B1148C}"/>
                  </a:ext>
                </a:extLst>
              </p:cNvPr>
              <p:cNvSpPr/>
              <p:nvPr/>
            </p:nvSpPr>
            <p:spPr>
              <a:xfrm>
                <a:off x="2354552" y="3460295"/>
                <a:ext cx="5276333" cy="171041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C7A3E4-15A4-FACA-3467-B657833443C5}"/>
                  </a:ext>
                </a:extLst>
              </p:cNvPr>
              <p:cNvSpPr/>
              <p:nvPr/>
            </p:nvSpPr>
            <p:spPr>
              <a:xfrm rot="10800000">
                <a:off x="2354552" y="1888404"/>
                <a:ext cx="5276333" cy="171042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C670FCA-ABCB-D1B3-9EF1-AB787FEC1AAA}"/>
                </a:ext>
              </a:extLst>
            </p:cNvPr>
            <p:cNvSpPr/>
            <p:nvPr/>
          </p:nvSpPr>
          <p:spPr>
            <a:xfrm rot="1518602">
              <a:off x="3117211" y="4219327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E52C856-F8C5-8B65-07EB-CA3DC4BBBF51}"/>
                </a:ext>
              </a:extLst>
            </p:cNvPr>
            <p:cNvSpPr/>
            <p:nvPr/>
          </p:nvSpPr>
          <p:spPr>
            <a:xfrm rot="1518602">
              <a:off x="4237928" y="4219325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A1424EF-D9FA-0B20-6FA7-84B35659174D}"/>
                </a:ext>
              </a:extLst>
            </p:cNvPr>
            <p:cNvSpPr/>
            <p:nvPr/>
          </p:nvSpPr>
          <p:spPr>
            <a:xfrm rot="1518602">
              <a:off x="5358645" y="4227190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580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B5E4E5E-7295-B828-3391-52D64EDC5971}"/>
              </a:ext>
            </a:extLst>
          </p:cNvPr>
          <p:cNvGrpSpPr/>
          <p:nvPr/>
        </p:nvGrpSpPr>
        <p:grpSpPr>
          <a:xfrm>
            <a:off x="1484077" y="-2948339"/>
            <a:ext cx="6850699" cy="10198420"/>
            <a:chOff x="1484077" y="-2948339"/>
            <a:chExt cx="6850699" cy="1019842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0BC15A8-1287-4B5F-17A3-DD8AD44C2BF1}"/>
                </a:ext>
              </a:extLst>
            </p:cNvPr>
            <p:cNvGrpSpPr/>
            <p:nvPr/>
          </p:nvGrpSpPr>
          <p:grpSpPr>
            <a:xfrm>
              <a:off x="2231573" y="3046342"/>
              <a:ext cx="5355706" cy="4203739"/>
              <a:chOff x="700607" y="31000"/>
              <a:chExt cx="5355706" cy="420373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07263B5-2645-08CA-7786-C94982F10301}"/>
                  </a:ext>
                </a:extLst>
              </p:cNvPr>
              <p:cNvGrpSpPr/>
              <p:nvPr/>
            </p:nvGrpSpPr>
            <p:grpSpPr>
              <a:xfrm>
                <a:off x="700607" y="2735086"/>
                <a:ext cx="5355706" cy="1499653"/>
                <a:chOff x="1093829" y="1317165"/>
                <a:chExt cx="6678572" cy="211183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8B2C5445-AC9F-3AF5-EBCA-B939F753DF6C}"/>
                    </a:ext>
                  </a:extLst>
                </p:cNvPr>
                <p:cNvGrpSpPr/>
                <p:nvPr/>
              </p:nvGrpSpPr>
              <p:grpSpPr>
                <a:xfrm>
                  <a:off x="1556652" y="1317165"/>
                  <a:ext cx="5747661" cy="2111835"/>
                  <a:chOff x="3722910" y="1338938"/>
                  <a:chExt cx="3145976" cy="1077691"/>
                </a:xfrm>
              </p:grpSpPr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AFB32E17-1AA7-F3EA-C482-E49F863422EE}"/>
                      </a:ext>
                    </a:extLst>
                  </p:cNvPr>
                  <p:cNvSpPr/>
                  <p:nvPr/>
                </p:nvSpPr>
                <p:spPr>
                  <a:xfrm>
                    <a:off x="4016828" y="1338941"/>
                    <a:ext cx="2525486" cy="1077688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A70A9131-CA66-1254-B2F8-1F3D0B80CF45}"/>
                      </a:ext>
                    </a:extLst>
                  </p:cNvPr>
                  <p:cNvSpPr/>
                  <p:nvPr/>
                </p:nvSpPr>
                <p:spPr>
                  <a:xfrm>
                    <a:off x="4016828" y="1473653"/>
                    <a:ext cx="2525486" cy="808266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651CA343-0776-35FA-7A33-98FA0EF0566C}"/>
                      </a:ext>
                    </a:extLst>
                  </p:cNvPr>
                  <p:cNvSpPr/>
                  <p:nvPr/>
                </p:nvSpPr>
                <p:spPr>
                  <a:xfrm>
                    <a:off x="4016828" y="1608364"/>
                    <a:ext cx="2525486" cy="538844"/>
                  </a:xfrm>
                  <a:prstGeom prst="rect">
                    <a:avLst/>
                  </a:prstGeom>
                  <a:solidFill>
                    <a:schemeClr val="tx2">
                      <a:lumMod val="90000"/>
                      <a:lumOff val="1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" name="Group 7">
                    <a:extLst>
                      <a:ext uri="{FF2B5EF4-FFF2-40B4-BE49-F238E27FC236}">
                        <a16:creationId xmlns:a16="http://schemas.microsoft.com/office/drawing/2014/main" id="{2519F02A-280F-4899-4E04-EA066A09BE8D}"/>
                      </a:ext>
                    </a:extLst>
                  </p:cNvPr>
                  <p:cNvGrpSpPr/>
                  <p:nvPr/>
                </p:nvGrpSpPr>
                <p:grpSpPr>
                  <a:xfrm>
                    <a:off x="6215742" y="1338941"/>
                    <a:ext cx="653144" cy="1077688"/>
                    <a:chOff x="3690256" y="1338941"/>
                    <a:chExt cx="1828800" cy="1828800"/>
                  </a:xfrm>
                </p:grpSpPr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1B601B1D-A280-929B-1549-8E18B71FDA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0256" y="1338941"/>
                      <a:ext cx="1828800" cy="1828800"/>
                    </a:xfrm>
                    <a:prstGeom prst="ellipse">
                      <a:avLst/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0F3F09E7-795A-1797-F26A-6CDE2E723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18857" y="1567542"/>
                      <a:ext cx="1371600" cy="1371600"/>
                    </a:xfrm>
                    <a:prstGeom prst="ellipse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88E5303B-834B-CF45-9DC6-114225E74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7457" y="1796142"/>
                      <a:ext cx="914400" cy="914400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FAD18923-7D56-8837-440C-DC9AA792A2C8}"/>
                      </a:ext>
                    </a:extLst>
                  </p:cNvPr>
                  <p:cNvGrpSpPr/>
                  <p:nvPr/>
                </p:nvGrpSpPr>
                <p:grpSpPr>
                  <a:xfrm>
                    <a:off x="3722910" y="1338938"/>
                    <a:ext cx="653144" cy="1077688"/>
                    <a:chOff x="3690256" y="1338941"/>
                    <a:chExt cx="1828800" cy="1828800"/>
                  </a:xfrm>
                </p:grpSpPr>
                <p:sp>
                  <p:nvSpPr>
                    <p:cNvPr id="10" name="Oval 9">
                      <a:extLst>
                        <a:ext uri="{FF2B5EF4-FFF2-40B4-BE49-F238E27FC236}">
                          <a16:creationId xmlns:a16="http://schemas.microsoft.com/office/drawing/2014/main" id="{3F821595-1281-0003-189D-766EEBF0F2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0256" y="1338941"/>
                      <a:ext cx="1828800" cy="1828800"/>
                    </a:xfrm>
                    <a:prstGeom prst="ellipse">
                      <a:avLst/>
                    </a:prstGeom>
                    <a:solidFill>
                      <a:schemeClr val="tx2">
                        <a:lumMod val="25000"/>
                        <a:lumOff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91D313CF-94E7-A77C-37DF-69EBC79EDA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18857" y="1567542"/>
                      <a:ext cx="1371600" cy="1371600"/>
                    </a:xfrm>
                    <a:prstGeom prst="ellipse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6AC57EE4-C227-7C4C-D773-C2261B8213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7457" y="1796142"/>
                      <a:ext cx="914400" cy="914400"/>
                    </a:xfrm>
                    <a:prstGeom prst="ellipse">
                      <a:avLst/>
                    </a:prstGeom>
                    <a:solidFill>
                      <a:schemeClr val="tx2">
                        <a:lumMod val="90000"/>
                        <a:lumOff val="1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</p:grp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163E01D0-7C8A-AC4E-3702-37B6DB6A1BF4}"/>
                    </a:ext>
                  </a:extLst>
                </p:cNvPr>
                <p:cNvSpPr/>
                <p:nvPr/>
              </p:nvSpPr>
              <p:spPr>
                <a:xfrm>
                  <a:off x="1093829" y="1581145"/>
                  <a:ext cx="6678572" cy="1583873"/>
                </a:xfrm>
                <a:custGeom>
                  <a:avLst/>
                  <a:gdLst>
                    <a:gd name="connsiteX0" fmla="*/ 0 w 8567786"/>
                    <a:gd name="connsiteY0" fmla="*/ 1383635 h 2644954"/>
                    <a:gd name="connsiteX1" fmla="*/ 1611086 w 8567786"/>
                    <a:gd name="connsiteY1" fmla="*/ 33807 h 2644954"/>
                    <a:gd name="connsiteX2" fmla="*/ 3222172 w 8567786"/>
                    <a:gd name="connsiteY2" fmla="*/ 2624607 h 2644954"/>
                    <a:gd name="connsiteX3" fmla="*/ 4833257 w 8567786"/>
                    <a:gd name="connsiteY3" fmla="*/ 12035 h 2644954"/>
                    <a:gd name="connsiteX4" fmla="*/ 6433457 w 8567786"/>
                    <a:gd name="connsiteY4" fmla="*/ 2635492 h 2644954"/>
                    <a:gd name="connsiteX5" fmla="*/ 8218715 w 8567786"/>
                    <a:gd name="connsiteY5" fmla="*/ 882892 h 2644954"/>
                    <a:gd name="connsiteX6" fmla="*/ 8567057 w 8567786"/>
                    <a:gd name="connsiteY6" fmla="*/ 654292 h 2644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567786" h="2644954">
                      <a:moveTo>
                        <a:pt x="0" y="1383635"/>
                      </a:moveTo>
                      <a:cubicBezTo>
                        <a:pt x="537028" y="605306"/>
                        <a:pt x="1074057" y="-173022"/>
                        <a:pt x="1611086" y="33807"/>
                      </a:cubicBezTo>
                      <a:cubicBezTo>
                        <a:pt x="2148115" y="240636"/>
                        <a:pt x="2685144" y="2628236"/>
                        <a:pt x="3222172" y="2624607"/>
                      </a:cubicBezTo>
                      <a:cubicBezTo>
                        <a:pt x="3759200" y="2620978"/>
                        <a:pt x="4298043" y="10221"/>
                        <a:pt x="4833257" y="12035"/>
                      </a:cubicBezTo>
                      <a:cubicBezTo>
                        <a:pt x="5368471" y="13849"/>
                        <a:pt x="5869214" y="2490349"/>
                        <a:pt x="6433457" y="2635492"/>
                      </a:cubicBezTo>
                      <a:cubicBezTo>
                        <a:pt x="6997700" y="2780635"/>
                        <a:pt x="7863115" y="1213092"/>
                        <a:pt x="8218715" y="882892"/>
                      </a:cubicBezTo>
                      <a:cubicBezTo>
                        <a:pt x="8574315" y="552692"/>
                        <a:pt x="8570686" y="603492"/>
                        <a:pt x="8567057" y="654292"/>
                      </a:cubicBezTo>
                    </a:path>
                  </a:pathLst>
                </a:custGeom>
                <a:noFill/>
                <a:ln w="381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F322983-7523-22A1-FD8E-825AB08FE9BF}"/>
                  </a:ext>
                </a:extLst>
              </p:cNvPr>
              <p:cNvGrpSpPr/>
              <p:nvPr/>
            </p:nvGrpSpPr>
            <p:grpSpPr>
              <a:xfrm>
                <a:off x="740294" y="31000"/>
                <a:ext cx="5276333" cy="2175597"/>
                <a:chOff x="281834" y="3453036"/>
                <a:chExt cx="5276333" cy="2175597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DD99BBF6-27C0-64AA-BFB8-B525841DD21B}"/>
                    </a:ext>
                  </a:extLst>
                </p:cNvPr>
                <p:cNvGrpSpPr/>
                <p:nvPr/>
              </p:nvGrpSpPr>
              <p:grpSpPr>
                <a:xfrm>
                  <a:off x="281834" y="4195069"/>
                  <a:ext cx="5276333" cy="1433564"/>
                  <a:chOff x="2774662" y="3792298"/>
                  <a:chExt cx="5276333" cy="1433564"/>
                </a:xfrm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E2A5A18E-B4A1-74D1-14D6-061BEC68C674}"/>
                      </a:ext>
                    </a:extLst>
                  </p:cNvPr>
                  <p:cNvGrpSpPr/>
                  <p:nvPr/>
                </p:nvGrpSpPr>
                <p:grpSpPr>
                  <a:xfrm>
                    <a:off x="2774662" y="3792298"/>
                    <a:ext cx="5276333" cy="1433564"/>
                    <a:chOff x="1978314" y="4287610"/>
                    <a:chExt cx="5276333" cy="1433564"/>
                  </a:xfrm>
                </p:grpSpPr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4C0746A5-54C3-D2AD-8A29-0918163E9E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78314" y="4287610"/>
                      <a:ext cx="5276333" cy="1421959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chemeClr val="accent5">
                            <a:lumMod val="75000"/>
                          </a:schemeClr>
                        </a:gs>
                        <a:gs pos="74000">
                          <a:schemeClr val="accent5">
                            <a:lumMod val="45000"/>
                            <a:lumOff val="55000"/>
                          </a:schemeClr>
                        </a:gs>
                        <a:gs pos="83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75F01246-F8AB-7A81-4C5D-6D73F00ACE5B}"/>
                        </a:ext>
                      </a:extLst>
                    </p:cNvPr>
                    <p:cNvSpPr/>
                    <p:nvPr/>
                  </p:nvSpPr>
                  <p:spPr>
                    <a:xfrm rot="1518602">
                      <a:off x="3043082" y="4707821"/>
                      <a:ext cx="757103" cy="1005482"/>
                    </a:xfrm>
                    <a:prstGeom prst="ellipse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E3BD16DE-F6A0-5770-C1C6-FD28B62F58F3}"/>
                        </a:ext>
                      </a:extLst>
                    </p:cNvPr>
                    <p:cNvSpPr/>
                    <p:nvPr/>
                  </p:nvSpPr>
                  <p:spPr>
                    <a:xfrm rot="1518602">
                      <a:off x="4160391" y="4722996"/>
                      <a:ext cx="757103" cy="989540"/>
                    </a:xfrm>
                    <a:prstGeom prst="ellipse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A6976588-C03E-7314-F57B-9B615B4D7D7F}"/>
                        </a:ext>
                      </a:extLst>
                    </p:cNvPr>
                    <p:cNvSpPr/>
                    <p:nvPr/>
                  </p:nvSpPr>
                  <p:spPr>
                    <a:xfrm rot="1518602">
                      <a:off x="5284550" y="4715533"/>
                      <a:ext cx="757103" cy="1005641"/>
                    </a:xfrm>
                    <a:prstGeom prst="ellipse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EE22C885-E61F-35EB-324A-FF5D7B4490B6}"/>
                      </a:ext>
                    </a:extLst>
                  </p:cNvPr>
                  <p:cNvSpPr/>
                  <p:nvPr/>
                </p:nvSpPr>
                <p:spPr>
                  <a:xfrm>
                    <a:off x="3439885" y="4386820"/>
                    <a:ext cx="4365172" cy="773011"/>
                  </a:xfrm>
                  <a:custGeom>
                    <a:avLst/>
                    <a:gdLst>
                      <a:gd name="connsiteX0" fmla="*/ 0 w 4365172"/>
                      <a:gd name="connsiteY0" fmla="*/ 773011 h 773011"/>
                      <a:gd name="connsiteX1" fmla="*/ 413658 w 4365172"/>
                      <a:gd name="connsiteY1" fmla="*/ 642382 h 773011"/>
                      <a:gd name="connsiteX2" fmla="*/ 1143000 w 4365172"/>
                      <a:gd name="connsiteY2" fmla="*/ 43668 h 773011"/>
                      <a:gd name="connsiteX3" fmla="*/ 1502229 w 4365172"/>
                      <a:gd name="connsiteY3" fmla="*/ 424668 h 773011"/>
                      <a:gd name="connsiteX4" fmla="*/ 2253343 w 4365172"/>
                      <a:gd name="connsiteY4" fmla="*/ 65440 h 773011"/>
                      <a:gd name="connsiteX5" fmla="*/ 2645229 w 4365172"/>
                      <a:gd name="connsiteY5" fmla="*/ 294040 h 773011"/>
                      <a:gd name="connsiteX6" fmla="*/ 3341915 w 4365172"/>
                      <a:gd name="connsiteY6" fmla="*/ 125 h 773011"/>
                      <a:gd name="connsiteX7" fmla="*/ 3777343 w 4365172"/>
                      <a:gd name="connsiteY7" fmla="*/ 261382 h 773011"/>
                      <a:gd name="connsiteX8" fmla="*/ 4365172 w 4365172"/>
                      <a:gd name="connsiteY8" fmla="*/ 566182 h 773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365172" h="773011">
                        <a:moveTo>
                          <a:pt x="0" y="773011"/>
                        </a:moveTo>
                        <a:cubicBezTo>
                          <a:pt x="111579" y="768475"/>
                          <a:pt x="223158" y="763939"/>
                          <a:pt x="413658" y="642382"/>
                        </a:cubicBezTo>
                        <a:cubicBezTo>
                          <a:pt x="604158" y="520825"/>
                          <a:pt x="961572" y="79954"/>
                          <a:pt x="1143000" y="43668"/>
                        </a:cubicBezTo>
                        <a:cubicBezTo>
                          <a:pt x="1324428" y="7382"/>
                          <a:pt x="1317172" y="421039"/>
                          <a:pt x="1502229" y="424668"/>
                        </a:cubicBezTo>
                        <a:cubicBezTo>
                          <a:pt x="1687286" y="428297"/>
                          <a:pt x="2062843" y="87211"/>
                          <a:pt x="2253343" y="65440"/>
                        </a:cubicBezTo>
                        <a:cubicBezTo>
                          <a:pt x="2443843" y="43669"/>
                          <a:pt x="2463800" y="304926"/>
                          <a:pt x="2645229" y="294040"/>
                        </a:cubicBezTo>
                        <a:cubicBezTo>
                          <a:pt x="2826658" y="283154"/>
                          <a:pt x="3153229" y="5568"/>
                          <a:pt x="3341915" y="125"/>
                        </a:cubicBezTo>
                        <a:cubicBezTo>
                          <a:pt x="3530601" y="-5318"/>
                          <a:pt x="3606800" y="167039"/>
                          <a:pt x="3777343" y="261382"/>
                        </a:cubicBezTo>
                        <a:cubicBezTo>
                          <a:pt x="3947886" y="355725"/>
                          <a:pt x="4238172" y="511753"/>
                          <a:pt x="4365172" y="566182"/>
                        </a:cubicBezTo>
                      </a:path>
                    </a:pathLst>
                  </a:custGeom>
                  <a:noFill/>
                  <a:ln w="38100"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0B6F6634-9A56-5094-76A3-E48345C692E9}"/>
                    </a:ext>
                  </a:extLst>
                </p:cNvPr>
                <p:cNvGrpSpPr/>
                <p:nvPr/>
              </p:nvGrpSpPr>
              <p:grpSpPr>
                <a:xfrm>
                  <a:off x="1648331" y="3453036"/>
                  <a:ext cx="2519071" cy="707886"/>
                  <a:chOff x="1648331" y="3453036"/>
                  <a:chExt cx="2519071" cy="707886"/>
                </a:xfrm>
              </p:grpSpPr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7ADCB617-7C03-B5A3-174B-3634061E87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48331" y="4138234"/>
                    <a:ext cx="2241434" cy="7863"/>
                  </a:xfrm>
                  <a:prstGeom prst="straightConnector1">
                    <a:avLst/>
                  </a:prstGeom>
                  <a:ln w="12700">
                    <a:solidFill>
                      <a:schemeClr val="tx1">
                        <a:lumMod val="95000"/>
                        <a:lumOff val="5000"/>
                      </a:schemeClr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7E268EAD-7F41-EF5A-66A5-251BA7F7D94F}"/>
                      </a:ext>
                    </a:extLst>
                  </p:cNvPr>
                  <p:cNvSpPr txBox="1"/>
                  <p:nvPr/>
                </p:nvSpPr>
                <p:spPr>
                  <a:xfrm>
                    <a:off x="1758926" y="3453036"/>
                    <a:ext cx="2408476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TID structures are 100-1000 km long.</a:t>
                    </a:r>
                  </a:p>
                </p:txBody>
              </p:sp>
            </p:grp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F834BDB2-47D7-C02A-B7E9-134EB7228919}"/>
                    </a:ext>
                  </a:extLst>
                </p:cNvPr>
                <p:cNvSpPr/>
                <p:nvPr/>
              </p:nvSpPr>
              <p:spPr>
                <a:xfrm>
                  <a:off x="870857" y="4550227"/>
                  <a:ext cx="2786743" cy="1012373"/>
                </a:xfrm>
                <a:custGeom>
                  <a:avLst/>
                  <a:gdLst>
                    <a:gd name="connsiteX0" fmla="*/ 0 w 2786743"/>
                    <a:gd name="connsiteY0" fmla="*/ 1012373 h 1012373"/>
                    <a:gd name="connsiteX1" fmla="*/ 1382486 w 2786743"/>
                    <a:gd name="connsiteY1" fmla="*/ 2 h 1012373"/>
                    <a:gd name="connsiteX2" fmla="*/ 2786743 w 2786743"/>
                    <a:gd name="connsiteY2" fmla="*/ 1001487 h 10123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86743" h="1012373">
                      <a:moveTo>
                        <a:pt x="0" y="1012373"/>
                      </a:moveTo>
                      <a:cubicBezTo>
                        <a:pt x="459014" y="507094"/>
                        <a:pt x="918029" y="1816"/>
                        <a:pt x="1382486" y="2"/>
                      </a:cubicBezTo>
                      <a:cubicBezTo>
                        <a:pt x="1846943" y="-1812"/>
                        <a:pt x="2541815" y="830944"/>
                        <a:pt x="2786743" y="1001487"/>
                      </a:cubicBezTo>
                    </a:path>
                  </a:pathLst>
                </a:custGeom>
                <a:noFill/>
                <a:ln w="38100">
                  <a:solidFill>
                    <a:srgbClr val="FFFF00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26" name="Picture 25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95B366A6-3774-A722-5F09-020998FB3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4077" y="-2948339"/>
              <a:ext cx="6850699" cy="5823825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86A6491-BDE7-E91B-8665-706738904932}"/>
              </a:ext>
            </a:extLst>
          </p:cNvPr>
          <p:cNvSpPr txBox="1"/>
          <p:nvPr/>
        </p:nvSpPr>
        <p:spPr>
          <a:xfrm>
            <a:off x="2677886" y="3429000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(C.1)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6F94A4-0BDD-4F58-8A37-DCE18494179D}"/>
              </a:ext>
            </a:extLst>
          </p:cNvPr>
          <p:cNvSpPr txBox="1"/>
          <p:nvPr/>
        </p:nvSpPr>
        <p:spPr>
          <a:xfrm>
            <a:off x="2677886" y="5192486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(C.2)</a:t>
            </a:r>
          </a:p>
        </p:txBody>
      </p:sp>
    </p:spTree>
    <p:extLst>
      <p:ext uri="{BB962C8B-B14F-4D97-AF65-F5344CB8AC3E}">
        <p14:creationId xmlns:p14="http://schemas.microsoft.com/office/powerpoint/2010/main" val="119054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DA503A4-59E5-A27F-0B6B-1BF21A2F53FA}"/>
              </a:ext>
            </a:extLst>
          </p:cNvPr>
          <p:cNvGrpSpPr/>
          <p:nvPr/>
        </p:nvGrpSpPr>
        <p:grpSpPr>
          <a:xfrm>
            <a:off x="-38733" y="136907"/>
            <a:ext cx="12150625" cy="5080200"/>
            <a:chOff x="608334" y="1497358"/>
            <a:chExt cx="10381639" cy="418500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DDC78B-B828-1F54-6B50-23CF83FC1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60870" y="1725981"/>
              <a:ext cx="3329103" cy="3956380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8A42A21-4EA5-1A58-68B1-C54006A12F96}"/>
                </a:ext>
              </a:extLst>
            </p:cNvPr>
            <p:cNvGrpSpPr/>
            <p:nvPr/>
          </p:nvGrpSpPr>
          <p:grpSpPr>
            <a:xfrm>
              <a:off x="1136649" y="4140203"/>
              <a:ext cx="381000" cy="609601"/>
              <a:chOff x="1346200" y="3181350"/>
              <a:chExt cx="762000" cy="13208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0D8B7B2-5268-9A1C-0BF3-3E5206B107C8}"/>
                  </a:ext>
                </a:extLst>
              </p:cNvPr>
              <p:cNvSpPr/>
              <p:nvPr/>
            </p:nvSpPr>
            <p:spPr>
              <a:xfrm rot="20207503">
                <a:off x="1847850" y="3181350"/>
                <a:ext cx="260350" cy="69215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5000"/>
                      <a:tint val="66000"/>
                      <a:satMod val="160000"/>
                    </a:schemeClr>
                  </a:gs>
                  <a:gs pos="50000">
                    <a:schemeClr val="bg1">
                      <a:lumMod val="65000"/>
                      <a:tint val="44500"/>
                      <a:satMod val="160000"/>
                    </a:schemeClr>
                  </a:gs>
                  <a:gs pos="100000">
                    <a:schemeClr val="bg1">
                      <a:lumMod val="65000"/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7029BA8-5788-58B3-AA82-897612F57AB8}"/>
                  </a:ext>
                </a:extLst>
              </p:cNvPr>
              <p:cNvSpPr/>
              <p:nvPr/>
            </p:nvSpPr>
            <p:spPr>
              <a:xfrm>
                <a:off x="1683194" y="3238499"/>
                <a:ext cx="425006" cy="584201"/>
              </a:xfrm>
              <a:custGeom>
                <a:avLst/>
                <a:gdLst>
                  <a:gd name="connsiteX0" fmla="*/ 145606 w 418656"/>
                  <a:gd name="connsiteY0" fmla="*/ 0 h 636149"/>
                  <a:gd name="connsiteX1" fmla="*/ 12256 w 418656"/>
                  <a:gd name="connsiteY1" fmla="*/ 488950 h 636149"/>
                  <a:gd name="connsiteX2" fmla="*/ 418656 w 418656"/>
                  <a:gd name="connsiteY2" fmla="*/ 635000 h 63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656" h="636149">
                    <a:moveTo>
                      <a:pt x="145606" y="0"/>
                    </a:moveTo>
                    <a:cubicBezTo>
                      <a:pt x="56177" y="191558"/>
                      <a:pt x="-33252" y="383117"/>
                      <a:pt x="12256" y="488950"/>
                    </a:cubicBezTo>
                    <a:cubicBezTo>
                      <a:pt x="57764" y="594783"/>
                      <a:pt x="306473" y="644525"/>
                      <a:pt x="418656" y="63500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34DF292-CB0C-0672-C993-095761F30372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 flipH="1">
                <a:off x="1346200" y="3687521"/>
                <a:ext cx="349436" cy="7130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D4192B7-BAEB-7479-8270-5D1B284C21C9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 flipH="1">
                <a:off x="1683194" y="3687521"/>
                <a:ext cx="12442" cy="8146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BE20E15-975C-FE07-A9FE-6AC88F589FB7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>
                <a:off x="1695636" y="3687520"/>
                <a:ext cx="215972" cy="60270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6465A0C-9F27-EF04-9EBC-D0BF702480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998" y="4018401"/>
                <a:ext cx="132196" cy="10274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510A3A6-20FA-0221-0033-53141FEA1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0432" y="4177725"/>
                <a:ext cx="222762" cy="16567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9DAC443-A865-79C4-D7BD-0965D1D416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5450" y="4011572"/>
                <a:ext cx="132196" cy="1092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3F607FC-E9B5-FD8D-ADCB-9F1C7FBE1A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5450" y="4177725"/>
                <a:ext cx="197072" cy="15412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EEE09C-A668-94DF-9F3D-7EE4E8CC54B9}"/>
                </a:ext>
              </a:extLst>
            </p:cNvPr>
            <p:cNvSpPr/>
            <p:nvPr/>
          </p:nvSpPr>
          <p:spPr>
            <a:xfrm>
              <a:off x="952499" y="4158040"/>
              <a:ext cx="6600420" cy="590581"/>
            </a:xfrm>
            <a:custGeom>
              <a:avLst/>
              <a:gdLst>
                <a:gd name="connsiteX0" fmla="*/ 0 w 8147050"/>
                <a:gd name="connsiteY0" fmla="*/ 2019331 h 2019331"/>
                <a:gd name="connsiteX1" fmla="*/ 4070350 w 8147050"/>
                <a:gd name="connsiteY1" fmla="*/ 31 h 2019331"/>
                <a:gd name="connsiteX2" fmla="*/ 8147050 w 8147050"/>
                <a:gd name="connsiteY2" fmla="*/ 1968531 h 2019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47050" h="2019331">
                  <a:moveTo>
                    <a:pt x="0" y="2019331"/>
                  </a:moveTo>
                  <a:cubicBezTo>
                    <a:pt x="1356254" y="1013914"/>
                    <a:pt x="2712508" y="8498"/>
                    <a:pt x="4070350" y="31"/>
                  </a:cubicBezTo>
                  <a:cubicBezTo>
                    <a:pt x="5428192" y="-8436"/>
                    <a:pt x="7414683" y="1683839"/>
                    <a:pt x="8147050" y="19685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D185319-F5A9-3D0D-9AEE-B65D6F6BBB23}"/>
                </a:ext>
              </a:extLst>
            </p:cNvPr>
            <p:cNvGrpSpPr/>
            <p:nvPr/>
          </p:nvGrpSpPr>
          <p:grpSpPr>
            <a:xfrm>
              <a:off x="844549" y="2126352"/>
              <a:ext cx="6629401" cy="1549432"/>
              <a:chOff x="844550" y="2126351"/>
              <a:chExt cx="8159750" cy="1549431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CD96414-6B4C-4DF5-1813-010DB4261AB5}"/>
                  </a:ext>
                </a:extLst>
              </p:cNvPr>
              <p:cNvSpPr/>
              <p:nvPr/>
            </p:nvSpPr>
            <p:spPr>
              <a:xfrm>
                <a:off x="844550" y="2932487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6B823D0-C7E7-0807-3045-B461D817E299}"/>
                  </a:ext>
                </a:extLst>
              </p:cNvPr>
              <p:cNvSpPr/>
              <p:nvPr/>
            </p:nvSpPr>
            <p:spPr>
              <a:xfrm>
                <a:off x="844550" y="308520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8A8460B-93AB-FB1B-A0DA-5DCECEDCD38A}"/>
                  </a:ext>
                </a:extLst>
              </p:cNvPr>
              <p:cNvSpPr/>
              <p:nvPr/>
            </p:nvSpPr>
            <p:spPr>
              <a:xfrm>
                <a:off x="850900" y="267880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F3E435C-B0EE-2A8B-9577-780B1CA6F674}"/>
                  </a:ext>
                </a:extLst>
              </p:cNvPr>
              <p:cNvSpPr/>
              <p:nvPr/>
            </p:nvSpPr>
            <p:spPr>
              <a:xfrm>
                <a:off x="857250" y="212635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9ACC32D-BAAB-64BC-F08C-1C19323B0289}"/>
                  </a:ext>
                </a:extLst>
              </p:cNvPr>
              <p:cNvSpPr txBox="1"/>
              <p:nvPr/>
            </p:nvSpPr>
            <p:spPr>
              <a:xfrm rot="797264">
                <a:off x="6550639" y="2558078"/>
                <a:ext cx="1061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F-Layer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5F5D042-825D-3224-130E-CAA94084CB17}"/>
                  </a:ext>
                </a:extLst>
              </p:cNvPr>
              <p:cNvSpPr txBox="1"/>
              <p:nvPr/>
            </p:nvSpPr>
            <p:spPr>
              <a:xfrm rot="714879">
                <a:off x="6456688" y="2821454"/>
                <a:ext cx="10689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E-Layer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64F7488-89BF-C53D-7CC9-2F76EDED9C5F}"/>
                  </a:ext>
                </a:extLst>
              </p:cNvPr>
              <p:cNvSpPr txBox="1"/>
              <p:nvPr/>
            </p:nvSpPr>
            <p:spPr>
              <a:xfrm rot="671485">
                <a:off x="6394074" y="3034484"/>
                <a:ext cx="1106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D-Layer</a:t>
                </a:r>
              </a:p>
            </p:txBody>
          </p:sp>
        </p:grp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F37D8F2-D555-7FC9-46D3-C5B070518D24}"/>
                </a:ext>
              </a:extLst>
            </p:cNvPr>
            <p:cNvSpPr/>
            <p:nvPr/>
          </p:nvSpPr>
          <p:spPr>
            <a:xfrm rot="258862">
              <a:off x="4749799" y="4083052"/>
              <a:ext cx="114300" cy="10073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A885DC9-9A53-9B0C-443D-B791EB0E26AD}"/>
                </a:ext>
              </a:extLst>
            </p:cNvPr>
            <p:cNvSpPr/>
            <p:nvPr/>
          </p:nvSpPr>
          <p:spPr>
            <a:xfrm rot="885761">
              <a:off x="6324600" y="4362453"/>
              <a:ext cx="114300" cy="10073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348C23C-4F16-D71F-76D6-D54888DFF5E9}"/>
                </a:ext>
              </a:extLst>
            </p:cNvPr>
            <p:cNvSpPr/>
            <p:nvPr/>
          </p:nvSpPr>
          <p:spPr>
            <a:xfrm>
              <a:off x="1435099" y="2919615"/>
              <a:ext cx="3321051" cy="1353938"/>
            </a:xfrm>
            <a:custGeom>
              <a:avLst/>
              <a:gdLst>
                <a:gd name="connsiteX0" fmla="*/ 0 w 3321050"/>
                <a:gd name="connsiteY0" fmla="*/ 1353937 h 1353937"/>
                <a:gd name="connsiteX1" fmla="*/ 1041400 w 3321050"/>
                <a:gd name="connsiteY1" fmla="*/ 1387 h 1353937"/>
                <a:gd name="connsiteX2" fmla="*/ 3321050 w 3321050"/>
                <a:gd name="connsiteY2" fmla="*/ 1150737 h 135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21050" h="1353937">
                  <a:moveTo>
                    <a:pt x="0" y="1353937"/>
                  </a:moveTo>
                  <a:cubicBezTo>
                    <a:pt x="243946" y="694595"/>
                    <a:pt x="487892" y="35254"/>
                    <a:pt x="1041400" y="1387"/>
                  </a:cubicBezTo>
                  <a:cubicBezTo>
                    <a:pt x="1594908" y="-32480"/>
                    <a:pt x="2457979" y="559128"/>
                    <a:pt x="3321050" y="1150737"/>
                  </a:cubicBezTo>
                </a:path>
              </a:pathLst>
            </a:cu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F600938-4B6C-6C4C-6D23-1F716959CA49}"/>
                </a:ext>
              </a:extLst>
            </p:cNvPr>
            <p:cNvSpPr/>
            <p:nvPr/>
          </p:nvSpPr>
          <p:spPr>
            <a:xfrm>
              <a:off x="1441449" y="2298539"/>
              <a:ext cx="4895851" cy="2076614"/>
            </a:xfrm>
            <a:custGeom>
              <a:avLst/>
              <a:gdLst>
                <a:gd name="connsiteX0" fmla="*/ 0 w 4895850"/>
                <a:gd name="connsiteY0" fmla="*/ 1987712 h 2076612"/>
                <a:gd name="connsiteX1" fmla="*/ 2133600 w 4895850"/>
                <a:gd name="connsiteY1" fmla="*/ 162 h 2076612"/>
                <a:gd name="connsiteX2" fmla="*/ 4895850 w 4895850"/>
                <a:gd name="connsiteY2" fmla="*/ 2076612 h 2076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95850" h="2076612">
                  <a:moveTo>
                    <a:pt x="0" y="1987712"/>
                  </a:moveTo>
                  <a:cubicBezTo>
                    <a:pt x="658812" y="986528"/>
                    <a:pt x="1317625" y="-14655"/>
                    <a:pt x="2133600" y="162"/>
                  </a:cubicBezTo>
                  <a:cubicBezTo>
                    <a:pt x="2949575" y="14979"/>
                    <a:pt x="3922712" y="1045795"/>
                    <a:pt x="4895850" y="2076612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F6A1632-09DF-32D6-390D-B835FAAC89A5}"/>
                </a:ext>
              </a:extLst>
            </p:cNvPr>
            <p:cNvGrpSpPr/>
            <p:nvPr/>
          </p:nvGrpSpPr>
          <p:grpSpPr>
            <a:xfrm>
              <a:off x="3111500" y="2203289"/>
              <a:ext cx="698500" cy="475544"/>
              <a:chOff x="3111500" y="2203288"/>
              <a:chExt cx="698500" cy="475544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247D4D5-5CC2-4712-DDBE-53AE546FB701}"/>
                  </a:ext>
                </a:extLst>
              </p:cNvPr>
              <p:cNvCxnSpPr/>
              <p:nvPr/>
            </p:nvCxnSpPr>
            <p:spPr>
              <a:xfrm>
                <a:off x="3111500" y="226043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B543003D-4E17-ADFF-EEEA-EDE128DFEDC8}"/>
                  </a:ext>
                </a:extLst>
              </p:cNvPr>
              <p:cNvCxnSpPr/>
              <p:nvPr/>
            </p:nvCxnSpPr>
            <p:spPr>
              <a:xfrm>
                <a:off x="3270250" y="222868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989EA8F-4071-626D-86C4-7BB1A27FEA25}"/>
                  </a:ext>
                </a:extLst>
              </p:cNvPr>
              <p:cNvCxnSpPr/>
              <p:nvPr/>
            </p:nvCxnSpPr>
            <p:spPr>
              <a:xfrm>
                <a:off x="3422650" y="220328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7F149E2-B044-A5AD-0F10-5D7163B9E80F}"/>
                </a:ext>
              </a:extLst>
            </p:cNvPr>
            <p:cNvSpPr/>
            <p:nvPr/>
          </p:nvSpPr>
          <p:spPr>
            <a:xfrm>
              <a:off x="1447799" y="2489202"/>
              <a:ext cx="1860550" cy="1771651"/>
            </a:xfrm>
            <a:custGeom>
              <a:avLst/>
              <a:gdLst>
                <a:gd name="connsiteX0" fmla="*/ 0 w 1860550"/>
                <a:gd name="connsiteY0" fmla="*/ 1771650 h 1771650"/>
                <a:gd name="connsiteX1" fmla="*/ 838200 w 1860550"/>
                <a:gd name="connsiteY1" fmla="*/ 406400 h 1771650"/>
                <a:gd name="connsiteX2" fmla="*/ 1860550 w 1860550"/>
                <a:gd name="connsiteY2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60550" h="1771650">
                  <a:moveTo>
                    <a:pt x="0" y="1771650"/>
                  </a:moveTo>
                  <a:cubicBezTo>
                    <a:pt x="264054" y="1236662"/>
                    <a:pt x="528109" y="701675"/>
                    <a:pt x="838200" y="406400"/>
                  </a:cubicBezTo>
                  <a:cubicBezTo>
                    <a:pt x="1148291" y="111125"/>
                    <a:pt x="1711325" y="50800"/>
                    <a:pt x="1860550" y="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2A20640-11C2-56B5-B1AD-E857EC9374A7}"/>
                </a:ext>
              </a:extLst>
            </p:cNvPr>
            <p:cNvSpPr txBox="1"/>
            <p:nvPr/>
          </p:nvSpPr>
          <p:spPr>
            <a:xfrm>
              <a:off x="3572769" y="2195602"/>
              <a:ext cx="2060179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Ionospheric Plasma </a:t>
              </a:r>
            </a:p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Irregularities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3A86B8E-E809-2C25-3282-8D92FD1A18DC}"/>
                </a:ext>
              </a:extLst>
            </p:cNvPr>
            <p:cNvSpPr txBox="1"/>
            <p:nvPr/>
          </p:nvSpPr>
          <p:spPr>
            <a:xfrm>
              <a:off x="844549" y="4741800"/>
              <a:ext cx="9101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SuperDARN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8679FE-9558-0F74-46C6-E56CD801EED2}"/>
                </a:ext>
              </a:extLst>
            </p:cNvPr>
            <p:cNvSpPr txBox="1"/>
            <p:nvPr/>
          </p:nvSpPr>
          <p:spPr>
            <a:xfrm rot="1968219">
              <a:off x="2509943" y="3393979"/>
              <a:ext cx="2262865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Ray-1: 1-hop E-region </a:t>
              </a:r>
            </a:p>
            <a:p>
              <a:r>
                <a:rPr lang="en-US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Ground Scatter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AE0F7E-0500-8A23-5CFB-0DB778DAF167}"/>
                </a:ext>
              </a:extLst>
            </p:cNvPr>
            <p:cNvSpPr txBox="1"/>
            <p:nvPr/>
          </p:nvSpPr>
          <p:spPr>
            <a:xfrm rot="2638120">
              <a:off x="4138297" y="3354181"/>
              <a:ext cx="2256452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Ray-2: 1-hop F-region 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Ground Scatter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49F973E-C3FC-0EE1-F88A-3330E10FB01B}"/>
                </a:ext>
              </a:extLst>
            </p:cNvPr>
            <p:cNvSpPr txBox="1"/>
            <p:nvPr/>
          </p:nvSpPr>
          <p:spPr>
            <a:xfrm rot="20529758">
              <a:off x="608334" y="2428840"/>
              <a:ext cx="2277291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Ray-3: ½ hop F-region </a:t>
              </a:r>
            </a:p>
            <a:p>
              <a:r>
                <a:rPr lang="en-US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Ionospheric Scatter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E3A0D3C-96CF-E8DC-7CA1-AE362A64CE69}"/>
                </a:ext>
              </a:extLst>
            </p:cNvPr>
            <p:cNvCxnSpPr>
              <a:cxnSpLocks/>
            </p:cNvCxnSpPr>
            <p:nvPr/>
          </p:nvCxnSpPr>
          <p:spPr>
            <a:xfrm>
              <a:off x="3293467" y="1670501"/>
              <a:ext cx="11708" cy="1414702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D4864DC-860F-9444-DE61-688442F4EF7B}"/>
                </a:ext>
              </a:extLst>
            </p:cNvPr>
            <p:cNvSpPr txBox="1"/>
            <p:nvPr/>
          </p:nvSpPr>
          <p:spPr>
            <a:xfrm>
              <a:off x="2575367" y="1497358"/>
              <a:ext cx="1234633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B-field Line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3B9EBB6-F8A0-85C8-1597-44C266CC3455}"/>
                </a:ext>
              </a:extLst>
            </p:cNvPr>
            <p:cNvGrpSpPr/>
            <p:nvPr/>
          </p:nvGrpSpPr>
          <p:grpSpPr>
            <a:xfrm>
              <a:off x="8244102" y="3044669"/>
              <a:ext cx="1406995" cy="2044822"/>
              <a:chOff x="8244101" y="3044668"/>
              <a:chExt cx="1406995" cy="2044821"/>
            </a:xfrm>
          </p:grpSpPr>
          <p:sp>
            <p:nvSpPr>
              <p:cNvPr id="102" name="Arc 101">
                <a:extLst>
                  <a:ext uri="{FF2B5EF4-FFF2-40B4-BE49-F238E27FC236}">
                    <a16:creationId xmlns:a16="http://schemas.microsoft.com/office/drawing/2014/main" id="{E214FC43-0455-DB1C-F307-DD031146F925}"/>
                  </a:ext>
                </a:extLst>
              </p:cNvPr>
              <p:cNvSpPr/>
              <p:nvPr/>
            </p:nvSpPr>
            <p:spPr>
              <a:xfrm>
                <a:off x="8466382" y="3704169"/>
                <a:ext cx="408028" cy="569381"/>
              </a:xfrm>
              <a:prstGeom prst="arc">
                <a:avLst>
                  <a:gd name="adj1" fmla="val 16200000"/>
                  <a:gd name="adj2" fmla="val 563031"/>
                </a:avLst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Arc 102">
                <a:extLst>
                  <a:ext uri="{FF2B5EF4-FFF2-40B4-BE49-F238E27FC236}">
                    <a16:creationId xmlns:a16="http://schemas.microsoft.com/office/drawing/2014/main" id="{61C44AAC-CADC-58E7-84A6-AE555CB16B04}"/>
                  </a:ext>
                </a:extLst>
              </p:cNvPr>
              <p:cNvSpPr/>
              <p:nvPr/>
            </p:nvSpPr>
            <p:spPr>
              <a:xfrm>
                <a:off x="8244101" y="3044668"/>
                <a:ext cx="1406995" cy="2044821"/>
              </a:xfrm>
              <a:prstGeom prst="arc">
                <a:avLst>
                  <a:gd name="adj1" fmla="val 16200000"/>
                  <a:gd name="adj2" fmla="val 881412"/>
                </a:avLst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3E35576F-4724-7C3D-778C-92594AD732D5}"/>
                  </a:ext>
                </a:extLst>
              </p:cNvPr>
              <p:cNvGrpSpPr/>
              <p:nvPr/>
            </p:nvGrpSpPr>
            <p:grpSpPr>
              <a:xfrm>
                <a:off x="8670396" y="3044668"/>
                <a:ext cx="970296" cy="1197600"/>
                <a:chOff x="8670396" y="3044668"/>
                <a:chExt cx="970296" cy="1197600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070AFEE0-B63C-406D-6965-4398B58CD1D6}"/>
                    </a:ext>
                  </a:extLst>
                </p:cNvPr>
                <p:cNvCxnSpPr>
                  <a:cxnSpLocks/>
                  <a:stCxn id="102" idx="0"/>
                  <a:endCxn id="103" idx="0"/>
                </p:cNvCxnSpPr>
                <p:nvPr/>
              </p:nvCxnSpPr>
              <p:spPr>
                <a:xfrm flipV="1">
                  <a:off x="8670396" y="3044668"/>
                  <a:ext cx="277202" cy="659501"/>
                </a:xfrm>
                <a:prstGeom prst="line">
                  <a:avLst/>
                </a:prstGeom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198A2B6C-C604-6761-4E75-5421F0603016}"/>
                    </a:ext>
                  </a:extLst>
                </p:cNvPr>
                <p:cNvCxnSpPr>
                  <a:cxnSpLocks/>
                  <a:stCxn id="102" idx="2"/>
                  <a:endCxn id="103" idx="2"/>
                </p:cNvCxnSpPr>
                <p:nvPr/>
              </p:nvCxnSpPr>
              <p:spPr>
                <a:xfrm>
                  <a:off x="8873093" y="4021156"/>
                  <a:ext cx="767599" cy="221112"/>
                </a:xfrm>
                <a:prstGeom prst="line">
                  <a:avLst/>
                </a:prstGeom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47F42DEB-0B75-82D6-B8E1-64B0507F614D}"/>
                </a:ext>
              </a:extLst>
            </p:cNvPr>
            <p:cNvSpPr/>
            <p:nvPr/>
          </p:nvSpPr>
          <p:spPr>
            <a:xfrm>
              <a:off x="8520827" y="2838225"/>
              <a:ext cx="1848050" cy="2068452"/>
            </a:xfrm>
            <a:prstGeom prst="arc">
              <a:avLst>
                <a:gd name="adj1" fmla="val 16200000"/>
                <a:gd name="adj2" fmla="val 881412"/>
              </a:avLst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FBEDBCD3-5D61-E8B9-E1EA-15D58F1FC4C3}"/>
                </a:ext>
              </a:extLst>
            </p:cNvPr>
            <p:cNvSpPr/>
            <p:nvPr/>
          </p:nvSpPr>
          <p:spPr>
            <a:xfrm>
              <a:off x="8032664" y="3021040"/>
              <a:ext cx="1848050" cy="2068452"/>
            </a:xfrm>
            <a:prstGeom prst="arc">
              <a:avLst>
                <a:gd name="adj1" fmla="val 17073580"/>
                <a:gd name="adj2" fmla="val 474089"/>
              </a:avLst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28ABE7B-4F67-9C3C-75D9-ADD85556D231}"/>
                </a:ext>
              </a:extLst>
            </p:cNvPr>
            <p:cNvCxnSpPr>
              <a:stCxn id="125" idx="0"/>
              <a:endCxn id="124" idx="0"/>
            </p:cNvCxnSpPr>
            <p:nvPr/>
          </p:nvCxnSpPr>
          <p:spPr>
            <a:xfrm flipV="1">
              <a:off x="9214629" y="2838225"/>
              <a:ext cx="230222" cy="223928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71293CB-1E86-EB72-BCE5-6F660D00A867}"/>
                </a:ext>
              </a:extLst>
            </p:cNvPr>
            <p:cNvCxnSpPr>
              <a:cxnSpLocks/>
              <a:stCxn id="125" idx="2"/>
              <a:endCxn id="124" idx="2"/>
            </p:cNvCxnSpPr>
            <p:nvPr/>
          </p:nvCxnSpPr>
          <p:spPr>
            <a:xfrm flipV="1">
              <a:off x="9873691" y="4108312"/>
              <a:ext cx="470836" cy="7422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C79C1C4-4A93-D72E-4B24-045308E8EF3B}"/>
                </a:ext>
              </a:extLst>
            </p:cNvPr>
            <p:cNvSpPr txBox="1"/>
            <p:nvPr/>
          </p:nvSpPr>
          <p:spPr>
            <a:xfrm>
              <a:off x="1805921" y="1922219"/>
              <a:ext cx="455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291619B-5B0F-7A20-F27D-23932CDB4087}"/>
                </a:ext>
              </a:extLst>
            </p:cNvPr>
            <p:cNvSpPr txBox="1"/>
            <p:nvPr/>
          </p:nvSpPr>
          <p:spPr>
            <a:xfrm>
              <a:off x="7936133" y="2018623"/>
              <a:ext cx="455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61CFD1-82CD-BC64-1AD6-117ADA0FA564}"/>
                </a:ext>
              </a:extLst>
            </p:cNvPr>
            <p:cNvSpPr txBox="1"/>
            <p:nvPr/>
          </p:nvSpPr>
          <p:spPr>
            <a:xfrm>
              <a:off x="7973088" y="2767735"/>
              <a:ext cx="1079398" cy="760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1-hop E</a:t>
              </a:r>
              <a:r>
                <a:rPr lang="en-US" baseline="-25000" dirty="0">
                  <a:solidFill>
                    <a:srgbClr val="FF0000"/>
                  </a:solidFill>
                </a:rPr>
                <a:t>s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Ground Scatter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A39408-D38D-2F2B-2176-6D5D62F74FE7}"/>
                </a:ext>
              </a:extLst>
            </p:cNvPr>
            <p:cNvSpPr txBox="1"/>
            <p:nvPr/>
          </p:nvSpPr>
          <p:spPr>
            <a:xfrm>
              <a:off x="9572614" y="2380425"/>
              <a:ext cx="1072986" cy="760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1-hop F Ground Scatter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73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9D296-5108-3909-1ADE-C7A10166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6AA154B-D566-8895-B5F4-2F4F70CF446D}"/>
              </a:ext>
            </a:extLst>
          </p:cNvPr>
          <p:cNvGrpSpPr/>
          <p:nvPr/>
        </p:nvGrpSpPr>
        <p:grpSpPr>
          <a:xfrm>
            <a:off x="2192838" y="1332787"/>
            <a:ext cx="8127912" cy="3873476"/>
            <a:chOff x="2192838" y="1332787"/>
            <a:chExt cx="8127912" cy="387347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54BBD3-653C-F65B-577B-F7E72C7F5709}"/>
                </a:ext>
              </a:extLst>
            </p:cNvPr>
            <p:cNvGrpSpPr/>
            <p:nvPr/>
          </p:nvGrpSpPr>
          <p:grpSpPr>
            <a:xfrm>
              <a:off x="2811176" y="4139729"/>
              <a:ext cx="445921" cy="739998"/>
              <a:chOff x="1346200" y="3181350"/>
              <a:chExt cx="762000" cy="13208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4AB31F9-8162-D0CA-A63A-D4A0BF1AEB37}"/>
                  </a:ext>
                </a:extLst>
              </p:cNvPr>
              <p:cNvSpPr/>
              <p:nvPr/>
            </p:nvSpPr>
            <p:spPr>
              <a:xfrm rot="20207503">
                <a:off x="1847850" y="3181350"/>
                <a:ext cx="260350" cy="69215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65000"/>
                      <a:tint val="66000"/>
                      <a:satMod val="160000"/>
                    </a:schemeClr>
                  </a:gs>
                  <a:gs pos="50000">
                    <a:schemeClr val="bg1">
                      <a:lumMod val="65000"/>
                      <a:tint val="44500"/>
                      <a:satMod val="160000"/>
                    </a:schemeClr>
                  </a:gs>
                  <a:gs pos="100000">
                    <a:schemeClr val="bg1">
                      <a:lumMod val="65000"/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80E9E86-43F1-D753-04E2-07EDD8CB2BA8}"/>
                  </a:ext>
                </a:extLst>
              </p:cNvPr>
              <p:cNvSpPr/>
              <p:nvPr/>
            </p:nvSpPr>
            <p:spPr>
              <a:xfrm>
                <a:off x="1683194" y="3238499"/>
                <a:ext cx="425006" cy="584201"/>
              </a:xfrm>
              <a:custGeom>
                <a:avLst/>
                <a:gdLst>
                  <a:gd name="connsiteX0" fmla="*/ 145606 w 418656"/>
                  <a:gd name="connsiteY0" fmla="*/ 0 h 636149"/>
                  <a:gd name="connsiteX1" fmla="*/ 12256 w 418656"/>
                  <a:gd name="connsiteY1" fmla="*/ 488950 h 636149"/>
                  <a:gd name="connsiteX2" fmla="*/ 418656 w 418656"/>
                  <a:gd name="connsiteY2" fmla="*/ 635000 h 63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656" h="636149">
                    <a:moveTo>
                      <a:pt x="145606" y="0"/>
                    </a:moveTo>
                    <a:cubicBezTo>
                      <a:pt x="56177" y="191558"/>
                      <a:pt x="-33252" y="383117"/>
                      <a:pt x="12256" y="488950"/>
                    </a:cubicBezTo>
                    <a:cubicBezTo>
                      <a:pt x="57764" y="594783"/>
                      <a:pt x="306473" y="644525"/>
                      <a:pt x="418656" y="63500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B90678C-8F2C-FC52-A438-7A3D9393074F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 flipH="1">
                <a:off x="1346200" y="3687521"/>
                <a:ext cx="349436" cy="7130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B0C8D49-9B78-678F-C456-D7876CFB69CB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 flipH="1">
                <a:off x="1683194" y="3687521"/>
                <a:ext cx="12442" cy="81462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8C6C7FD-963B-B5D3-D654-C876E1BCB893}"/>
                  </a:ext>
                </a:extLst>
              </p:cNvPr>
              <p:cNvCxnSpPr>
                <a:cxnSpLocks/>
                <a:stCxn id="27" idx="1"/>
              </p:cNvCxnSpPr>
              <p:nvPr/>
            </p:nvCxnSpPr>
            <p:spPr>
              <a:xfrm>
                <a:off x="1695636" y="3687520"/>
                <a:ext cx="215972" cy="60270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7F07235-38C7-8B80-B9C1-07D22E2C52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0998" y="4018401"/>
                <a:ext cx="132196" cy="10274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5CDB93A-F786-AF72-ECF5-75976C97C9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0432" y="4177725"/>
                <a:ext cx="222762" cy="16567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CDEA3B9-764D-F053-37AA-CA8714CFF5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5450" y="4011572"/>
                <a:ext cx="132196" cy="10925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6764FCB-89D5-E624-FEE7-76A60E0C5D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5450" y="4177725"/>
                <a:ext cx="197072" cy="15412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80B6AC-C245-4E31-5A99-AA8DA4F6F97F}"/>
                </a:ext>
              </a:extLst>
            </p:cNvPr>
            <p:cNvSpPr/>
            <p:nvPr/>
          </p:nvSpPr>
          <p:spPr>
            <a:xfrm>
              <a:off x="2595647" y="4161382"/>
              <a:ext cx="7725103" cy="716910"/>
            </a:xfrm>
            <a:custGeom>
              <a:avLst/>
              <a:gdLst>
                <a:gd name="connsiteX0" fmla="*/ 0 w 8147050"/>
                <a:gd name="connsiteY0" fmla="*/ 2019331 h 2019331"/>
                <a:gd name="connsiteX1" fmla="*/ 4070350 w 8147050"/>
                <a:gd name="connsiteY1" fmla="*/ 31 h 2019331"/>
                <a:gd name="connsiteX2" fmla="*/ 8147050 w 8147050"/>
                <a:gd name="connsiteY2" fmla="*/ 1968531 h 2019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47050" h="2019331">
                  <a:moveTo>
                    <a:pt x="0" y="2019331"/>
                  </a:moveTo>
                  <a:cubicBezTo>
                    <a:pt x="1356254" y="1013914"/>
                    <a:pt x="2712508" y="8498"/>
                    <a:pt x="4070350" y="31"/>
                  </a:cubicBezTo>
                  <a:cubicBezTo>
                    <a:pt x="5428192" y="-8436"/>
                    <a:pt x="7414683" y="1683839"/>
                    <a:pt x="8147050" y="196853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5982FF9-F3B0-521E-0AA4-7DE86B1DB8E0}"/>
                </a:ext>
              </a:extLst>
            </p:cNvPr>
            <p:cNvGrpSpPr/>
            <p:nvPr/>
          </p:nvGrpSpPr>
          <p:grpSpPr>
            <a:xfrm>
              <a:off x="2469303" y="1695104"/>
              <a:ext cx="7759023" cy="1880865"/>
              <a:chOff x="844550" y="2126351"/>
              <a:chExt cx="8159750" cy="1549431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98CFCA0-762A-A0A5-3789-320A268F4EB4}"/>
                  </a:ext>
                </a:extLst>
              </p:cNvPr>
              <p:cNvSpPr/>
              <p:nvPr/>
            </p:nvSpPr>
            <p:spPr>
              <a:xfrm>
                <a:off x="844550" y="2932487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3C33854-CB7C-E96C-CD3A-88E3EE6C967A}"/>
                  </a:ext>
                </a:extLst>
              </p:cNvPr>
              <p:cNvSpPr/>
              <p:nvPr/>
            </p:nvSpPr>
            <p:spPr>
              <a:xfrm>
                <a:off x="844550" y="308520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CA9F9B4E-3EE6-87BD-3DD8-224288B9BE29}"/>
                  </a:ext>
                </a:extLst>
              </p:cNvPr>
              <p:cNvSpPr/>
              <p:nvPr/>
            </p:nvSpPr>
            <p:spPr>
              <a:xfrm>
                <a:off x="850900" y="267880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4BE111F-7DC2-06A0-34F6-B7022A12C974}"/>
                  </a:ext>
                </a:extLst>
              </p:cNvPr>
              <p:cNvSpPr/>
              <p:nvPr/>
            </p:nvSpPr>
            <p:spPr>
              <a:xfrm>
                <a:off x="857250" y="2126351"/>
                <a:ext cx="8147050" cy="590581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  <a:ln w="127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8C55793-9539-1FD9-BBBC-C7972CAA168B}"/>
                  </a:ext>
                </a:extLst>
              </p:cNvPr>
              <p:cNvSpPr txBox="1"/>
              <p:nvPr/>
            </p:nvSpPr>
            <p:spPr>
              <a:xfrm rot="797264">
                <a:off x="6550639" y="2558078"/>
                <a:ext cx="1061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F-Layer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1BB24B2-ADB2-5F1E-0C88-D5DC7D6A0E8E}"/>
                  </a:ext>
                </a:extLst>
              </p:cNvPr>
              <p:cNvSpPr txBox="1"/>
              <p:nvPr/>
            </p:nvSpPr>
            <p:spPr>
              <a:xfrm rot="714879">
                <a:off x="6456688" y="2821454"/>
                <a:ext cx="10689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E-Layer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DB3C429-43AF-1E3E-EE7D-E687D97FDED3}"/>
                  </a:ext>
                </a:extLst>
              </p:cNvPr>
              <p:cNvSpPr txBox="1"/>
              <p:nvPr/>
            </p:nvSpPr>
            <p:spPr>
              <a:xfrm rot="671485">
                <a:off x="6394074" y="3034484"/>
                <a:ext cx="1106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D-Layer</a:t>
                </a:r>
              </a:p>
            </p:txBody>
          </p:sp>
        </p:grp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354F93E-6839-E2CD-D3AC-42375DA7ACCB}"/>
                </a:ext>
              </a:extLst>
            </p:cNvPr>
            <p:cNvSpPr/>
            <p:nvPr/>
          </p:nvSpPr>
          <p:spPr>
            <a:xfrm rot="258862">
              <a:off x="6158250" y="4070354"/>
              <a:ext cx="133776" cy="122279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C19DAE97-C087-85C9-9D7C-D86BFAB2DCE8}"/>
                </a:ext>
              </a:extLst>
            </p:cNvPr>
            <p:cNvSpPr/>
            <p:nvPr/>
          </p:nvSpPr>
          <p:spPr>
            <a:xfrm rot="885761">
              <a:off x="8883131" y="4409520"/>
              <a:ext cx="133776" cy="122279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033AC82-D82E-DB4D-5DBB-43564BFA02B9}"/>
                </a:ext>
              </a:extLst>
            </p:cNvPr>
            <p:cNvSpPr/>
            <p:nvPr/>
          </p:nvSpPr>
          <p:spPr>
            <a:xfrm>
              <a:off x="3175343" y="2918377"/>
              <a:ext cx="2976225" cy="1366222"/>
            </a:xfrm>
            <a:custGeom>
              <a:avLst/>
              <a:gdLst>
                <a:gd name="connsiteX0" fmla="*/ 0 w 3321050"/>
                <a:gd name="connsiteY0" fmla="*/ 1353937 h 1353937"/>
                <a:gd name="connsiteX1" fmla="*/ 1041400 w 3321050"/>
                <a:gd name="connsiteY1" fmla="*/ 1387 h 1353937"/>
                <a:gd name="connsiteX2" fmla="*/ 3321050 w 3321050"/>
                <a:gd name="connsiteY2" fmla="*/ 1150737 h 135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21050" h="1353937">
                  <a:moveTo>
                    <a:pt x="0" y="1353937"/>
                  </a:moveTo>
                  <a:cubicBezTo>
                    <a:pt x="243946" y="694595"/>
                    <a:pt x="487892" y="35254"/>
                    <a:pt x="1041400" y="1387"/>
                  </a:cubicBezTo>
                  <a:cubicBezTo>
                    <a:pt x="1594908" y="-32480"/>
                    <a:pt x="2457979" y="559128"/>
                    <a:pt x="3321050" y="1150737"/>
                  </a:cubicBezTo>
                </a:path>
              </a:pathLst>
            </a:cu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3A6227F-955D-2A68-0BF6-6E6D834634B7}"/>
                </a:ext>
              </a:extLst>
            </p:cNvPr>
            <p:cNvSpPr/>
            <p:nvPr/>
          </p:nvSpPr>
          <p:spPr>
            <a:xfrm>
              <a:off x="3167912" y="1904123"/>
              <a:ext cx="5730083" cy="2520814"/>
            </a:xfrm>
            <a:custGeom>
              <a:avLst/>
              <a:gdLst>
                <a:gd name="connsiteX0" fmla="*/ 0 w 4895850"/>
                <a:gd name="connsiteY0" fmla="*/ 1987712 h 2076612"/>
                <a:gd name="connsiteX1" fmla="*/ 2133600 w 4895850"/>
                <a:gd name="connsiteY1" fmla="*/ 162 h 2076612"/>
                <a:gd name="connsiteX2" fmla="*/ 4895850 w 4895850"/>
                <a:gd name="connsiteY2" fmla="*/ 2076612 h 2076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95850" h="2076612">
                  <a:moveTo>
                    <a:pt x="0" y="1987712"/>
                  </a:moveTo>
                  <a:cubicBezTo>
                    <a:pt x="658812" y="986528"/>
                    <a:pt x="1317625" y="-14655"/>
                    <a:pt x="2133600" y="162"/>
                  </a:cubicBezTo>
                  <a:cubicBezTo>
                    <a:pt x="2949575" y="14979"/>
                    <a:pt x="3922712" y="1045795"/>
                    <a:pt x="4895850" y="2076612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F6A6476-A55A-E030-22E3-FE5516503A02}"/>
                </a:ext>
              </a:extLst>
            </p:cNvPr>
            <p:cNvGrpSpPr/>
            <p:nvPr/>
          </p:nvGrpSpPr>
          <p:grpSpPr>
            <a:xfrm>
              <a:off x="5122532" y="1788498"/>
              <a:ext cx="817522" cy="577266"/>
              <a:chOff x="3111500" y="2203288"/>
              <a:chExt cx="698500" cy="475544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EAAD8B3-8F4D-FE92-7B38-8EAC6405CF0C}"/>
                  </a:ext>
                </a:extLst>
              </p:cNvPr>
              <p:cNvCxnSpPr/>
              <p:nvPr/>
            </p:nvCxnSpPr>
            <p:spPr>
              <a:xfrm>
                <a:off x="3111500" y="226043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B24E15A-23AC-5152-FF3F-63815DBF1DE8}"/>
                  </a:ext>
                </a:extLst>
              </p:cNvPr>
              <p:cNvCxnSpPr/>
              <p:nvPr/>
            </p:nvCxnSpPr>
            <p:spPr>
              <a:xfrm>
                <a:off x="3270250" y="222868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FFB77C5-9D2F-4582-E941-DBEB3A6B7044}"/>
                  </a:ext>
                </a:extLst>
              </p:cNvPr>
              <p:cNvCxnSpPr/>
              <p:nvPr/>
            </p:nvCxnSpPr>
            <p:spPr>
              <a:xfrm>
                <a:off x="3422650" y="2203288"/>
                <a:ext cx="387350" cy="41839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437C0B5-D243-FC11-19E3-85F3FAAF1197}"/>
                </a:ext>
              </a:extLst>
            </p:cNvPr>
            <p:cNvSpPr/>
            <p:nvPr/>
          </p:nvSpPr>
          <p:spPr>
            <a:xfrm>
              <a:off x="3175343" y="2069436"/>
              <a:ext cx="2267251" cy="2216751"/>
            </a:xfrm>
            <a:custGeom>
              <a:avLst/>
              <a:gdLst>
                <a:gd name="connsiteX0" fmla="*/ 0 w 1860550"/>
                <a:gd name="connsiteY0" fmla="*/ 1771650 h 1771650"/>
                <a:gd name="connsiteX1" fmla="*/ 838200 w 1860550"/>
                <a:gd name="connsiteY1" fmla="*/ 406400 h 1771650"/>
                <a:gd name="connsiteX2" fmla="*/ 1860550 w 1860550"/>
                <a:gd name="connsiteY2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60550" h="1771650">
                  <a:moveTo>
                    <a:pt x="0" y="1771650"/>
                  </a:moveTo>
                  <a:cubicBezTo>
                    <a:pt x="264054" y="1236662"/>
                    <a:pt x="528109" y="701675"/>
                    <a:pt x="838200" y="406400"/>
                  </a:cubicBezTo>
                  <a:cubicBezTo>
                    <a:pt x="1148291" y="111125"/>
                    <a:pt x="1711325" y="50800"/>
                    <a:pt x="1860550" y="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9AC51FE-218C-365B-9DB9-A0C062312B69}"/>
                </a:ext>
              </a:extLst>
            </p:cNvPr>
            <p:cNvSpPr txBox="1"/>
            <p:nvPr/>
          </p:nvSpPr>
          <p:spPr>
            <a:xfrm>
              <a:off x="5662401" y="1779167"/>
              <a:ext cx="2411225" cy="784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Ionospheric Plasma </a:t>
              </a:r>
            </a:p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Irregularities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338D32D-E716-4FA3-DA88-3F62BB0CDC86}"/>
                </a:ext>
              </a:extLst>
            </p:cNvPr>
            <p:cNvSpPr txBox="1"/>
            <p:nvPr/>
          </p:nvSpPr>
          <p:spPr>
            <a:xfrm>
              <a:off x="2469303" y="4870012"/>
              <a:ext cx="1065278" cy="336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SuperDARN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ABB0762-08C0-E6FB-B5C3-844916BF3C70}"/>
                </a:ext>
              </a:extLst>
            </p:cNvPr>
            <p:cNvSpPr txBox="1"/>
            <p:nvPr/>
          </p:nvSpPr>
          <p:spPr>
            <a:xfrm rot="1968219">
              <a:off x="3695628" y="3583956"/>
              <a:ext cx="2648447" cy="784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Ray-1: 1-hop E-region </a:t>
              </a:r>
            </a:p>
            <a:p>
              <a:r>
                <a:rPr lang="en-US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Ground Scatter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4EF8259-8D20-1CE8-52FE-3107EFE0EB36}"/>
                </a:ext>
              </a:extLst>
            </p:cNvPr>
            <p:cNvSpPr txBox="1"/>
            <p:nvPr/>
          </p:nvSpPr>
          <p:spPr>
            <a:xfrm rot="2638120">
              <a:off x="6324291" y="3185573"/>
              <a:ext cx="2640942" cy="784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Ray-2: 1-hop F-region 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Ground Scatter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CBCB772-E711-D2B4-236B-3E92816A845D}"/>
                </a:ext>
              </a:extLst>
            </p:cNvPr>
            <p:cNvSpPr txBox="1"/>
            <p:nvPr/>
          </p:nvSpPr>
          <p:spPr>
            <a:xfrm rot="20529758">
              <a:off x="2192838" y="2062295"/>
              <a:ext cx="2665331" cy="784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Ray-3: ½ hop F-region </a:t>
              </a:r>
            </a:p>
            <a:p>
              <a:r>
                <a:rPr lang="en-US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Ionospheric Scatter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8B8835-70DB-27AC-5202-E95F150B75A7}"/>
                </a:ext>
              </a:extLst>
            </p:cNvPr>
            <p:cNvCxnSpPr>
              <a:cxnSpLocks/>
            </p:cNvCxnSpPr>
            <p:nvPr/>
          </p:nvCxnSpPr>
          <p:spPr>
            <a:xfrm>
              <a:off x="4920312" y="1506581"/>
              <a:ext cx="1019742" cy="1176918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F8A77DE-57EE-51AC-F563-24FB360D0057}"/>
                </a:ext>
              </a:extLst>
            </p:cNvPr>
            <p:cNvSpPr txBox="1"/>
            <p:nvPr/>
          </p:nvSpPr>
          <p:spPr>
            <a:xfrm>
              <a:off x="5007633" y="1332787"/>
              <a:ext cx="1445009" cy="44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B-field Line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62FCC28-9649-A6D8-5CC4-7821F310E1CE}"/>
                </a:ext>
              </a:extLst>
            </p:cNvPr>
            <p:cNvSpPr txBox="1"/>
            <p:nvPr/>
          </p:nvSpPr>
          <p:spPr>
            <a:xfrm>
              <a:off x="3594488" y="1447307"/>
              <a:ext cx="533202" cy="44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058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28F3-7156-F4E6-B528-16C8A3D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442D601-E449-118A-32ED-BE76634FFC5F}"/>
              </a:ext>
            </a:extLst>
          </p:cNvPr>
          <p:cNvGrpSpPr/>
          <p:nvPr/>
        </p:nvGrpSpPr>
        <p:grpSpPr>
          <a:xfrm>
            <a:off x="-92361" y="414434"/>
            <a:ext cx="12204253" cy="4802673"/>
            <a:chOff x="-92361" y="414434"/>
            <a:chExt cx="12204253" cy="4802673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DEA8B44-9896-CAAD-EED3-BA9173CDA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15524" y="414434"/>
              <a:ext cx="3896368" cy="480267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C94D0E-C280-1372-4A25-86C6AFAB6476}"/>
                </a:ext>
              </a:extLst>
            </p:cNvPr>
            <p:cNvGrpSpPr/>
            <p:nvPr/>
          </p:nvGrpSpPr>
          <p:grpSpPr>
            <a:xfrm>
              <a:off x="-92361" y="478746"/>
              <a:ext cx="8127912" cy="3873476"/>
              <a:chOff x="2192838" y="1332787"/>
              <a:chExt cx="8127912" cy="387347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7EFF1A5-E2A5-1CEC-53F7-122C21863966}"/>
                  </a:ext>
                </a:extLst>
              </p:cNvPr>
              <p:cNvGrpSpPr/>
              <p:nvPr/>
            </p:nvGrpSpPr>
            <p:grpSpPr>
              <a:xfrm>
                <a:off x="2811176" y="4139729"/>
                <a:ext cx="445921" cy="739998"/>
                <a:chOff x="1346200" y="3181350"/>
                <a:chExt cx="762000" cy="132080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10B605-4BBC-9B65-0E42-7D5D5E424414}"/>
                    </a:ext>
                  </a:extLst>
                </p:cNvPr>
                <p:cNvSpPr/>
                <p:nvPr/>
              </p:nvSpPr>
              <p:spPr>
                <a:xfrm rot="20207503">
                  <a:off x="1847850" y="3181350"/>
                  <a:ext cx="260350" cy="6921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6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6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65000"/>
                        <a:tint val="23500"/>
                        <a:satMod val="160000"/>
                      </a:schemeClr>
                    </a:gs>
                  </a:gsLst>
                  <a:lin ang="0" scaled="1"/>
                  <a:tileRect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8320FC6-3C0D-D11E-13BD-F1AEC07A4FF4}"/>
                    </a:ext>
                  </a:extLst>
                </p:cNvPr>
                <p:cNvSpPr/>
                <p:nvPr/>
              </p:nvSpPr>
              <p:spPr>
                <a:xfrm>
                  <a:off x="1683194" y="3238499"/>
                  <a:ext cx="425006" cy="584201"/>
                </a:xfrm>
                <a:custGeom>
                  <a:avLst/>
                  <a:gdLst>
                    <a:gd name="connsiteX0" fmla="*/ 145606 w 418656"/>
                    <a:gd name="connsiteY0" fmla="*/ 0 h 636149"/>
                    <a:gd name="connsiteX1" fmla="*/ 12256 w 418656"/>
                    <a:gd name="connsiteY1" fmla="*/ 488950 h 636149"/>
                    <a:gd name="connsiteX2" fmla="*/ 418656 w 418656"/>
                    <a:gd name="connsiteY2" fmla="*/ 635000 h 636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656" h="636149">
                      <a:moveTo>
                        <a:pt x="145606" y="0"/>
                      </a:moveTo>
                      <a:cubicBezTo>
                        <a:pt x="56177" y="191558"/>
                        <a:pt x="-33252" y="383117"/>
                        <a:pt x="12256" y="488950"/>
                      </a:cubicBezTo>
                      <a:cubicBezTo>
                        <a:pt x="57764" y="594783"/>
                        <a:pt x="306473" y="644525"/>
                        <a:pt x="418656" y="635000"/>
                      </a:cubicBezTo>
                    </a:path>
                  </a:pathLst>
                </a:cu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F190660A-F5D9-6811-5CAB-7388ACC7A1DD}"/>
                    </a:ext>
                  </a:extLst>
                </p:cNvPr>
                <p:cNvCxnSpPr>
                  <a:cxnSpLocks/>
                  <a:stCxn id="27" idx="1"/>
                </p:cNvCxnSpPr>
                <p:nvPr/>
              </p:nvCxnSpPr>
              <p:spPr>
                <a:xfrm flipH="1">
                  <a:off x="1346200" y="3687521"/>
                  <a:ext cx="349436" cy="71302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FB4A0237-6AA6-8601-B658-A7C14BD079F7}"/>
                    </a:ext>
                  </a:extLst>
                </p:cNvPr>
                <p:cNvCxnSpPr>
                  <a:cxnSpLocks/>
                  <a:stCxn id="27" idx="1"/>
                </p:cNvCxnSpPr>
                <p:nvPr/>
              </p:nvCxnSpPr>
              <p:spPr>
                <a:xfrm flipH="1">
                  <a:off x="1683194" y="3687521"/>
                  <a:ext cx="12442" cy="81462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D0CED78-065C-F7BD-3573-9B6062136210}"/>
                    </a:ext>
                  </a:extLst>
                </p:cNvPr>
                <p:cNvCxnSpPr>
                  <a:cxnSpLocks/>
                  <a:stCxn id="27" idx="1"/>
                </p:cNvCxnSpPr>
                <p:nvPr/>
              </p:nvCxnSpPr>
              <p:spPr>
                <a:xfrm>
                  <a:off x="1695636" y="3687520"/>
                  <a:ext cx="215972" cy="6027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37A6378-588B-0FEF-3E3C-1515D1E69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50998" y="4018401"/>
                  <a:ext cx="132196" cy="10274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727CB9BF-8194-ABEC-5BEF-3F754E9CF1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0432" y="4177725"/>
                  <a:ext cx="222762" cy="16567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FB830FE-E1DD-5291-B49E-6BDE9F1AEB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5450" y="4011572"/>
                  <a:ext cx="132196" cy="109258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492B2A0-6D4F-0462-CFD7-B3879FF63A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95450" y="4177725"/>
                  <a:ext cx="197072" cy="15412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AA91A36-2A69-0E6B-F002-5BC3698E91EC}"/>
                  </a:ext>
                </a:extLst>
              </p:cNvPr>
              <p:cNvSpPr/>
              <p:nvPr/>
            </p:nvSpPr>
            <p:spPr>
              <a:xfrm>
                <a:off x="2595647" y="4161382"/>
                <a:ext cx="7725103" cy="716910"/>
              </a:xfrm>
              <a:custGeom>
                <a:avLst/>
                <a:gdLst>
                  <a:gd name="connsiteX0" fmla="*/ 0 w 8147050"/>
                  <a:gd name="connsiteY0" fmla="*/ 2019331 h 2019331"/>
                  <a:gd name="connsiteX1" fmla="*/ 4070350 w 8147050"/>
                  <a:gd name="connsiteY1" fmla="*/ 31 h 2019331"/>
                  <a:gd name="connsiteX2" fmla="*/ 8147050 w 8147050"/>
                  <a:gd name="connsiteY2" fmla="*/ 1968531 h 2019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147050" h="2019331">
                    <a:moveTo>
                      <a:pt x="0" y="2019331"/>
                    </a:moveTo>
                    <a:cubicBezTo>
                      <a:pt x="1356254" y="1013914"/>
                      <a:pt x="2712508" y="8498"/>
                      <a:pt x="4070350" y="31"/>
                    </a:cubicBezTo>
                    <a:cubicBezTo>
                      <a:pt x="5428192" y="-8436"/>
                      <a:pt x="7414683" y="1683839"/>
                      <a:pt x="8147050" y="196853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E6FA904-8C7D-F425-0300-74570F8B612B}"/>
                  </a:ext>
                </a:extLst>
              </p:cNvPr>
              <p:cNvGrpSpPr/>
              <p:nvPr/>
            </p:nvGrpSpPr>
            <p:grpSpPr>
              <a:xfrm>
                <a:off x="2469303" y="1695104"/>
                <a:ext cx="7759023" cy="1880865"/>
                <a:chOff x="844550" y="2126351"/>
                <a:chExt cx="8159750" cy="1549431"/>
              </a:xfrm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86E86CDB-2587-C23F-6088-23ED4F3A4751}"/>
                    </a:ext>
                  </a:extLst>
                </p:cNvPr>
                <p:cNvSpPr/>
                <p:nvPr/>
              </p:nvSpPr>
              <p:spPr>
                <a:xfrm>
                  <a:off x="844550" y="2932487"/>
                  <a:ext cx="8147050" cy="590581"/>
                </a:xfrm>
                <a:custGeom>
                  <a:avLst/>
                  <a:gdLst>
                    <a:gd name="connsiteX0" fmla="*/ 0 w 8147050"/>
                    <a:gd name="connsiteY0" fmla="*/ 2019331 h 2019331"/>
                    <a:gd name="connsiteX1" fmla="*/ 4070350 w 8147050"/>
                    <a:gd name="connsiteY1" fmla="*/ 31 h 2019331"/>
                    <a:gd name="connsiteX2" fmla="*/ 8147050 w 8147050"/>
                    <a:gd name="connsiteY2" fmla="*/ 1968531 h 2019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47050" h="2019331">
                      <a:moveTo>
                        <a:pt x="0" y="2019331"/>
                      </a:moveTo>
                      <a:cubicBezTo>
                        <a:pt x="1356254" y="1013914"/>
                        <a:pt x="2712508" y="8498"/>
                        <a:pt x="4070350" y="31"/>
                      </a:cubicBezTo>
                      <a:cubicBezTo>
                        <a:pt x="5428192" y="-8436"/>
                        <a:pt x="7414683" y="1683839"/>
                        <a:pt x="8147050" y="1968531"/>
                      </a:cubicBezTo>
                    </a:path>
                  </a:pathLst>
                </a:custGeom>
                <a:noFill/>
                <a:ln w="127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6A9A035-B701-E986-54A1-62F8ABE3FE2B}"/>
                    </a:ext>
                  </a:extLst>
                </p:cNvPr>
                <p:cNvSpPr/>
                <p:nvPr/>
              </p:nvSpPr>
              <p:spPr>
                <a:xfrm>
                  <a:off x="844550" y="3085201"/>
                  <a:ext cx="8147050" cy="590581"/>
                </a:xfrm>
                <a:custGeom>
                  <a:avLst/>
                  <a:gdLst>
                    <a:gd name="connsiteX0" fmla="*/ 0 w 8147050"/>
                    <a:gd name="connsiteY0" fmla="*/ 2019331 h 2019331"/>
                    <a:gd name="connsiteX1" fmla="*/ 4070350 w 8147050"/>
                    <a:gd name="connsiteY1" fmla="*/ 31 h 2019331"/>
                    <a:gd name="connsiteX2" fmla="*/ 8147050 w 8147050"/>
                    <a:gd name="connsiteY2" fmla="*/ 1968531 h 2019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47050" h="2019331">
                      <a:moveTo>
                        <a:pt x="0" y="2019331"/>
                      </a:moveTo>
                      <a:cubicBezTo>
                        <a:pt x="1356254" y="1013914"/>
                        <a:pt x="2712508" y="8498"/>
                        <a:pt x="4070350" y="31"/>
                      </a:cubicBezTo>
                      <a:cubicBezTo>
                        <a:pt x="5428192" y="-8436"/>
                        <a:pt x="7414683" y="1683839"/>
                        <a:pt x="8147050" y="1968531"/>
                      </a:cubicBezTo>
                    </a:path>
                  </a:pathLst>
                </a:cu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31B2802-7AE3-8946-C6B4-B3E9564650CE}"/>
                    </a:ext>
                  </a:extLst>
                </p:cNvPr>
                <p:cNvSpPr/>
                <p:nvPr/>
              </p:nvSpPr>
              <p:spPr>
                <a:xfrm>
                  <a:off x="850900" y="2678801"/>
                  <a:ext cx="8147050" cy="590581"/>
                </a:xfrm>
                <a:custGeom>
                  <a:avLst/>
                  <a:gdLst>
                    <a:gd name="connsiteX0" fmla="*/ 0 w 8147050"/>
                    <a:gd name="connsiteY0" fmla="*/ 2019331 h 2019331"/>
                    <a:gd name="connsiteX1" fmla="*/ 4070350 w 8147050"/>
                    <a:gd name="connsiteY1" fmla="*/ 31 h 2019331"/>
                    <a:gd name="connsiteX2" fmla="*/ 8147050 w 8147050"/>
                    <a:gd name="connsiteY2" fmla="*/ 1968531 h 2019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47050" h="2019331">
                      <a:moveTo>
                        <a:pt x="0" y="2019331"/>
                      </a:moveTo>
                      <a:cubicBezTo>
                        <a:pt x="1356254" y="1013914"/>
                        <a:pt x="2712508" y="8498"/>
                        <a:pt x="4070350" y="31"/>
                      </a:cubicBezTo>
                      <a:cubicBezTo>
                        <a:pt x="5428192" y="-8436"/>
                        <a:pt x="7414683" y="1683839"/>
                        <a:pt x="8147050" y="1968531"/>
                      </a:cubicBezTo>
                    </a:path>
                  </a:pathLst>
                </a:custGeom>
                <a:noFill/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124BA94-B572-6E5F-214E-3AB394DAB2E0}"/>
                    </a:ext>
                  </a:extLst>
                </p:cNvPr>
                <p:cNvSpPr/>
                <p:nvPr/>
              </p:nvSpPr>
              <p:spPr>
                <a:xfrm>
                  <a:off x="857250" y="2126351"/>
                  <a:ext cx="8147050" cy="590581"/>
                </a:xfrm>
                <a:custGeom>
                  <a:avLst/>
                  <a:gdLst>
                    <a:gd name="connsiteX0" fmla="*/ 0 w 8147050"/>
                    <a:gd name="connsiteY0" fmla="*/ 2019331 h 2019331"/>
                    <a:gd name="connsiteX1" fmla="*/ 4070350 w 8147050"/>
                    <a:gd name="connsiteY1" fmla="*/ 31 h 2019331"/>
                    <a:gd name="connsiteX2" fmla="*/ 8147050 w 8147050"/>
                    <a:gd name="connsiteY2" fmla="*/ 1968531 h 2019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147050" h="2019331">
                      <a:moveTo>
                        <a:pt x="0" y="2019331"/>
                      </a:moveTo>
                      <a:cubicBezTo>
                        <a:pt x="1356254" y="1013914"/>
                        <a:pt x="2712508" y="8498"/>
                        <a:pt x="4070350" y="31"/>
                      </a:cubicBezTo>
                      <a:cubicBezTo>
                        <a:pt x="5428192" y="-8436"/>
                        <a:pt x="7414683" y="1683839"/>
                        <a:pt x="8147050" y="1968531"/>
                      </a:cubicBezTo>
                    </a:path>
                  </a:pathLst>
                </a:custGeom>
                <a:noFill/>
                <a:ln w="12700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A7C054F-C3E3-187E-9856-1CFA8B71BF86}"/>
                    </a:ext>
                  </a:extLst>
                </p:cNvPr>
                <p:cNvSpPr txBox="1"/>
                <p:nvPr/>
              </p:nvSpPr>
              <p:spPr>
                <a:xfrm rot="797264">
                  <a:off x="6550639" y="2558078"/>
                  <a:ext cx="10610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F-Layer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A1734E4-27B6-267D-5D94-06D4CB23A533}"/>
                    </a:ext>
                  </a:extLst>
                </p:cNvPr>
                <p:cNvSpPr txBox="1"/>
                <p:nvPr/>
              </p:nvSpPr>
              <p:spPr>
                <a:xfrm rot="714879">
                  <a:off x="6456688" y="2821454"/>
                  <a:ext cx="10689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E-Layer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817074-B852-03FE-55C9-D3BDF1E7B69D}"/>
                    </a:ext>
                  </a:extLst>
                </p:cNvPr>
                <p:cNvSpPr txBox="1"/>
                <p:nvPr/>
              </p:nvSpPr>
              <p:spPr>
                <a:xfrm rot="671485">
                  <a:off x="6394074" y="3034484"/>
                  <a:ext cx="11064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D-Layer</a:t>
                  </a:r>
                </a:p>
              </p:txBody>
            </p:sp>
          </p:grp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F1A7BB73-9FCD-7928-78E4-54B045390F33}"/>
                  </a:ext>
                </a:extLst>
              </p:cNvPr>
              <p:cNvSpPr/>
              <p:nvPr/>
            </p:nvSpPr>
            <p:spPr>
              <a:xfrm rot="258862">
                <a:off x="6158250" y="4070354"/>
                <a:ext cx="133776" cy="122279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3D391D7D-A8B5-8DB8-4B34-F72B2F0C9B39}"/>
                  </a:ext>
                </a:extLst>
              </p:cNvPr>
              <p:cNvSpPr/>
              <p:nvPr/>
            </p:nvSpPr>
            <p:spPr>
              <a:xfrm rot="885761">
                <a:off x="8883131" y="4409520"/>
                <a:ext cx="133776" cy="122279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C9ED2CE-7141-EA65-3948-77774C32A875}"/>
                  </a:ext>
                </a:extLst>
              </p:cNvPr>
              <p:cNvSpPr/>
              <p:nvPr/>
            </p:nvSpPr>
            <p:spPr>
              <a:xfrm>
                <a:off x="3175343" y="2918377"/>
                <a:ext cx="2976225" cy="1366222"/>
              </a:xfrm>
              <a:custGeom>
                <a:avLst/>
                <a:gdLst>
                  <a:gd name="connsiteX0" fmla="*/ 0 w 3321050"/>
                  <a:gd name="connsiteY0" fmla="*/ 1353937 h 1353937"/>
                  <a:gd name="connsiteX1" fmla="*/ 1041400 w 3321050"/>
                  <a:gd name="connsiteY1" fmla="*/ 1387 h 1353937"/>
                  <a:gd name="connsiteX2" fmla="*/ 3321050 w 3321050"/>
                  <a:gd name="connsiteY2" fmla="*/ 1150737 h 1353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21050" h="1353937">
                    <a:moveTo>
                      <a:pt x="0" y="1353937"/>
                    </a:moveTo>
                    <a:cubicBezTo>
                      <a:pt x="243946" y="694595"/>
                      <a:pt x="487892" y="35254"/>
                      <a:pt x="1041400" y="1387"/>
                    </a:cubicBezTo>
                    <a:cubicBezTo>
                      <a:pt x="1594908" y="-32480"/>
                      <a:pt x="2457979" y="559128"/>
                      <a:pt x="3321050" y="1150737"/>
                    </a:cubicBezTo>
                  </a:path>
                </a:pathLst>
              </a:custGeom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E519A2A-DABB-2C1C-605D-6883B0DEFD02}"/>
                  </a:ext>
                </a:extLst>
              </p:cNvPr>
              <p:cNvSpPr/>
              <p:nvPr/>
            </p:nvSpPr>
            <p:spPr>
              <a:xfrm>
                <a:off x="3167912" y="1904123"/>
                <a:ext cx="5730083" cy="2520814"/>
              </a:xfrm>
              <a:custGeom>
                <a:avLst/>
                <a:gdLst>
                  <a:gd name="connsiteX0" fmla="*/ 0 w 4895850"/>
                  <a:gd name="connsiteY0" fmla="*/ 1987712 h 2076612"/>
                  <a:gd name="connsiteX1" fmla="*/ 2133600 w 4895850"/>
                  <a:gd name="connsiteY1" fmla="*/ 162 h 2076612"/>
                  <a:gd name="connsiteX2" fmla="*/ 4895850 w 4895850"/>
                  <a:gd name="connsiteY2" fmla="*/ 2076612 h 2076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895850" h="2076612">
                    <a:moveTo>
                      <a:pt x="0" y="1987712"/>
                    </a:moveTo>
                    <a:cubicBezTo>
                      <a:pt x="658812" y="986528"/>
                      <a:pt x="1317625" y="-14655"/>
                      <a:pt x="2133600" y="162"/>
                    </a:cubicBezTo>
                    <a:cubicBezTo>
                      <a:pt x="2949575" y="14979"/>
                      <a:pt x="3922712" y="1045795"/>
                      <a:pt x="4895850" y="2076612"/>
                    </a:cubicBezTo>
                  </a:path>
                </a:pathLst>
              </a:cu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2F69BA1F-8AB1-3EEE-7C14-AD7B96A5804D}"/>
                  </a:ext>
                </a:extLst>
              </p:cNvPr>
              <p:cNvGrpSpPr/>
              <p:nvPr/>
            </p:nvGrpSpPr>
            <p:grpSpPr>
              <a:xfrm>
                <a:off x="5122532" y="1788498"/>
                <a:ext cx="817522" cy="577266"/>
                <a:chOff x="3111500" y="2203288"/>
                <a:chExt cx="698500" cy="475544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20641136-0556-DF8F-27F5-460A9069D7F0}"/>
                    </a:ext>
                  </a:extLst>
                </p:cNvPr>
                <p:cNvCxnSpPr/>
                <p:nvPr/>
              </p:nvCxnSpPr>
              <p:spPr>
                <a:xfrm>
                  <a:off x="3111500" y="2260438"/>
                  <a:ext cx="387350" cy="418394"/>
                </a:xfrm>
                <a:prstGeom prst="line">
                  <a:avLst/>
                </a:pr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9C5CB817-6021-7A5A-B940-316C807E4A20}"/>
                    </a:ext>
                  </a:extLst>
                </p:cNvPr>
                <p:cNvCxnSpPr/>
                <p:nvPr/>
              </p:nvCxnSpPr>
              <p:spPr>
                <a:xfrm>
                  <a:off x="3270250" y="2228688"/>
                  <a:ext cx="387350" cy="418394"/>
                </a:xfrm>
                <a:prstGeom prst="line">
                  <a:avLst/>
                </a:pr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57CBA01-91FB-141E-C325-846D736A9552}"/>
                    </a:ext>
                  </a:extLst>
                </p:cNvPr>
                <p:cNvCxnSpPr/>
                <p:nvPr/>
              </p:nvCxnSpPr>
              <p:spPr>
                <a:xfrm>
                  <a:off x="3422650" y="2203288"/>
                  <a:ext cx="387350" cy="418394"/>
                </a:xfrm>
                <a:prstGeom prst="line">
                  <a:avLst/>
                </a:pr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60E1EC1-E84D-4F08-1B35-A1CC5643ECDD}"/>
                  </a:ext>
                </a:extLst>
              </p:cNvPr>
              <p:cNvSpPr/>
              <p:nvPr/>
            </p:nvSpPr>
            <p:spPr>
              <a:xfrm>
                <a:off x="3175343" y="2069436"/>
                <a:ext cx="2267251" cy="2216751"/>
              </a:xfrm>
              <a:custGeom>
                <a:avLst/>
                <a:gdLst>
                  <a:gd name="connsiteX0" fmla="*/ 0 w 1860550"/>
                  <a:gd name="connsiteY0" fmla="*/ 1771650 h 1771650"/>
                  <a:gd name="connsiteX1" fmla="*/ 838200 w 1860550"/>
                  <a:gd name="connsiteY1" fmla="*/ 406400 h 1771650"/>
                  <a:gd name="connsiteX2" fmla="*/ 1860550 w 1860550"/>
                  <a:gd name="connsiteY2" fmla="*/ 0 h 177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60550" h="1771650">
                    <a:moveTo>
                      <a:pt x="0" y="1771650"/>
                    </a:moveTo>
                    <a:cubicBezTo>
                      <a:pt x="264054" y="1236662"/>
                      <a:pt x="528109" y="701675"/>
                      <a:pt x="838200" y="406400"/>
                    </a:cubicBezTo>
                    <a:cubicBezTo>
                      <a:pt x="1148291" y="111125"/>
                      <a:pt x="1711325" y="50800"/>
                      <a:pt x="1860550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95A2EBF-3EA8-3520-8CA2-7D9F571FB332}"/>
                  </a:ext>
                </a:extLst>
              </p:cNvPr>
              <p:cNvSpPr txBox="1"/>
              <p:nvPr/>
            </p:nvSpPr>
            <p:spPr>
              <a:xfrm>
                <a:off x="5662401" y="1779167"/>
                <a:ext cx="2411225" cy="784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Ionospheric Plasma 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Irregularities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5694BA5-DE18-7BA1-95C9-1CCF6A3A950B}"/>
                  </a:ext>
                </a:extLst>
              </p:cNvPr>
              <p:cNvSpPr txBox="1"/>
              <p:nvPr/>
            </p:nvSpPr>
            <p:spPr>
              <a:xfrm>
                <a:off x="2469303" y="4870012"/>
                <a:ext cx="1065278" cy="336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SuperDARN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A10B31C-1549-FEC3-B2C0-554975870181}"/>
                  </a:ext>
                </a:extLst>
              </p:cNvPr>
              <p:cNvSpPr txBox="1"/>
              <p:nvPr/>
            </p:nvSpPr>
            <p:spPr>
              <a:xfrm rot="1968219">
                <a:off x="3695628" y="3583956"/>
                <a:ext cx="2648447" cy="784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Ray-1: 1-hop E-region </a:t>
                </a:r>
              </a:p>
              <a:p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Ground Scatter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0B6D480-ACDE-C4B8-4AD1-6081AB915BA9}"/>
                  </a:ext>
                </a:extLst>
              </p:cNvPr>
              <p:cNvSpPr txBox="1"/>
              <p:nvPr/>
            </p:nvSpPr>
            <p:spPr>
              <a:xfrm rot="2638120">
                <a:off x="6324291" y="3185573"/>
                <a:ext cx="2640942" cy="784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Ray-2: 1-hop F-region </a:t>
                </a:r>
              </a:p>
              <a:p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Ground Scatter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86920D4-313A-8AD6-261A-4C040752E8F6}"/>
                  </a:ext>
                </a:extLst>
              </p:cNvPr>
              <p:cNvSpPr txBox="1"/>
              <p:nvPr/>
            </p:nvSpPr>
            <p:spPr>
              <a:xfrm rot="20529758">
                <a:off x="2192838" y="2062295"/>
                <a:ext cx="2665331" cy="784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Ray-3: ½ hop F-region </a:t>
                </a:r>
              </a:p>
              <a:p>
                <a:r>
                  <a:rPr lang="en-US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Ionospheric Scatter</a:t>
                </a:r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C657CDC2-ADB6-9859-EAEB-E98474392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0312" y="1506581"/>
                <a:ext cx="1019742" cy="1176918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6D391CA-59E8-DCB5-573F-A5A6C3E6A29B}"/>
                  </a:ext>
                </a:extLst>
              </p:cNvPr>
              <p:cNvSpPr txBox="1"/>
              <p:nvPr/>
            </p:nvSpPr>
            <p:spPr>
              <a:xfrm>
                <a:off x="5007633" y="1332787"/>
                <a:ext cx="1445009" cy="4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B-field Line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FB141AA-84FE-A0D9-2574-CB318E71C922}"/>
                  </a:ext>
                </a:extLst>
              </p:cNvPr>
              <p:cNvSpPr txBox="1"/>
              <p:nvPr/>
            </p:nvSpPr>
            <p:spPr>
              <a:xfrm>
                <a:off x="3594488" y="1447307"/>
                <a:ext cx="533202" cy="4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(A)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ADC6A81-BDAC-81E2-B6E9-70BA7367D18F}"/>
                </a:ext>
              </a:extLst>
            </p:cNvPr>
            <p:cNvGrpSpPr/>
            <p:nvPr/>
          </p:nvGrpSpPr>
          <p:grpSpPr>
            <a:xfrm>
              <a:off x="8898136" y="2015198"/>
              <a:ext cx="1646741" cy="2482222"/>
              <a:chOff x="8244101" y="3044668"/>
              <a:chExt cx="1406995" cy="2044821"/>
            </a:xfrm>
          </p:grpSpPr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6BA8CB70-DF7B-0FE9-75EB-3F85A6F41542}"/>
                  </a:ext>
                </a:extLst>
              </p:cNvPr>
              <p:cNvSpPr/>
              <p:nvPr/>
            </p:nvSpPr>
            <p:spPr>
              <a:xfrm>
                <a:off x="8466382" y="3704169"/>
                <a:ext cx="408028" cy="569381"/>
              </a:xfrm>
              <a:prstGeom prst="arc">
                <a:avLst>
                  <a:gd name="adj1" fmla="val 16200000"/>
                  <a:gd name="adj2" fmla="val 563031"/>
                </a:avLst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F44E5F98-687D-CAE6-2E58-775D529318E5}"/>
                  </a:ext>
                </a:extLst>
              </p:cNvPr>
              <p:cNvSpPr/>
              <p:nvPr/>
            </p:nvSpPr>
            <p:spPr>
              <a:xfrm>
                <a:off x="8244101" y="3044668"/>
                <a:ext cx="1406995" cy="2044821"/>
              </a:xfrm>
              <a:prstGeom prst="arc">
                <a:avLst>
                  <a:gd name="adj1" fmla="val 16200000"/>
                  <a:gd name="adj2" fmla="val 881412"/>
                </a:avLst>
              </a:prstGeom>
              <a:ln w="28575"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614E203-0A51-9CE3-5837-89E0F5E83A64}"/>
                  </a:ext>
                </a:extLst>
              </p:cNvPr>
              <p:cNvGrpSpPr/>
              <p:nvPr/>
            </p:nvGrpSpPr>
            <p:grpSpPr>
              <a:xfrm>
                <a:off x="8670396" y="3044668"/>
                <a:ext cx="970296" cy="1197600"/>
                <a:chOff x="8670396" y="3044668"/>
                <a:chExt cx="970296" cy="1197600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74F000B-33DB-37C2-64E2-6B0E21BEC2F9}"/>
                    </a:ext>
                  </a:extLst>
                </p:cNvPr>
                <p:cNvCxnSpPr>
                  <a:cxnSpLocks/>
                  <a:stCxn id="22" idx="0"/>
                  <a:endCxn id="23" idx="0"/>
                </p:cNvCxnSpPr>
                <p:nvPr/>
              </p:nvCxnSpPr>
              <p:spPr>
                <a:xfrm flipV="1">
                  <a:off x="8670396" y="3044668"/>
                  <a:ext cx="277202" cy="659501"/>
                </a:xfrm>
                <a:prstGeom prst="line">
                  <a:avLst/>
                </a:prstGeom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49D7EE9B-C42B-40D8-B8DF-5C40564F1B05}"/>
                    </a:ext>
                  </a:extLst>
                </p:cNvPr>
                <p:cNvCxnSpPr>
                  <a:cxnSpLocks/>
                  <a:stCxn id="22" idx="2"/>
                  <a:endCxn id="23" idx="2"/>
                </p:cNvCxnSpPr>
                <p:nvPr/>
              </p:nvCxnSpPr>
              <p:spPr>
                <a:xfrm>
                  <a:off x="8873093" y="4021156"/>
                  <a:ext cx="767599" cy="221112"/>
                </a:xfrm>
                <a:prstGeom prst="line">
                  <a:avLst/>
                </a:prstGeom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28350142-DF88-8A96-3789-8C936B35ECE8}"/>
                </a:ext>
              </a:extLst>
            </p:cNvPr>
            <p:cNvSpPr/>
            <p:nvPr/>
          </p:nvSpPr>
          <p:spPr>
            <a:xfrm>
              <a:off x="9222013" y="1764594"/>
              <a:ext cx="2162949" cy="2510906"/>
            </a:xfrm>
            <a:prstGeom prst="arc">
              <a:avLst>
                <a:gd name="adj1" fmla="val 16200000"/>
                <a:gd name="adj2" fmla="val 881412"/>
              </a:avLst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648872FC-5C9F-ADC1-5752-1923C08313A4}"/>
                </a:ext>
              </a:extLst>
            </p:cNvPr>
            <p:cNvSpPr/>
            <p:nvPr/>
          </p:nvSpPr>
          <p:spPr>
            <a:xfrm>
              <a:off x="8650669" y="1986514"/>
              <a:ext cx="2162949" cy="2510906"/>
            </a:xfrm>
            <a:prstGeom prst="arc">
              <a:avLst>
                <a:gd name="adj1" fmla="val 17073580"/>
                <a:gd name="adj2" fmla="val 474089"/>
              </a:avLst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D8B011E-3E82-FAF4-D65B-2FDAC5A8626D}"/>
                </a:ext>
              </a:extLst>
            </p:cNvPr>
            <p:cNvCxnSpPr>
              <a:stCxn id="32" idx="0"/>
              <a:endCxn id="31" idx="0"/>
            </p:cNvCxnSpPr>
            <p:nvPr/>
          </p:nvCxnSpPr>
          <p:spPr>
            <a:xfrm flipV="1">
              <a:off x="10034036" y="1764594"/>
              <a:ext cx="269451" cy="27182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DF7F32-3499-4106-5727-CBA1178F0019}"/>
                </a:ext>
              </a:extLst>
            </p:cNvPr>
            <p:cNvCxnSpPr>
              <a:cxnSpLocks/>
              <a:stCxn id="32" idx="2"/>
              <a:endCxn id="31" idx="2"/>
            </p:cNvCxnSpPr>
            <p:nvPr/>
          </p:nvCxnSpPr>
          <p:spPr>
            <a:xfrm flipV="1">
              <a:off x="10805399" y="3306361"/>
              <a:ext cx="551064" cy="90099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B39AED-F873-1023-869B-2D9BC70F569A}"/>
                </a:ext>
              </a:extLst>
            </p:cNvPr>
            <p:cNvSpPr txBox="1"/>
            <p:nvPr/>
          </p:nvSpPr>
          <p:spPr>
            <a:xfrm>
              <a:off x="8580941" y="1679026"/>
              <a:ext cx="12633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1-hop E</a:t>
              </a:r>
              <a:r>
                <a:rPr lang="en-US" baseline="-25000" dirty="0">
                  <a:solidFill>
                    <a:srgbClr val="FF0000"/>
                  </a:solidFill>
                </a:rPr>
                <a:t>s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Ground Scatter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28C2D3-DE82-136E-230E-7FB0582922C9}"/>
                </a:ext>
              </a:extLst>
            </p:cNvPr>
            <p:cNvSpPr txBox="1"/>
            <p:nvPr/>
          </p:nvSpPr>
          <p:spPr>
            <a:xfrm>
              <a:off x="10453022" y="1208869"/>
              <a:ext cx="12558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1-hop F Ground Scatter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F0435BB-AB7B-FABE-64D5-2FBC25DE3879}"/>
                </a:ext>
              </a:extLst>
            </p:cNvPr>
            <p:cNvSpPr txBox="1"/>
            <p:nvPr/>
          </p:nvSpPr>
          <p:spPr>
            <a:xfrm>
              <a:off x="8537691" y="769674"/>
              <a:ext cx="533202" cy="448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688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C621AA0-5879-0B1D-D545-54F2CBBACF4A}"/>
              </a:ext>
            </a:extLst>
          </p:cNvPr>
          <p:cNvGrpSpPr/>
          <p:nvPr/>
        </p:nvGrpSpPr>
        <p:grpSpPr>
          <a:xfrm>
            <a:off x="2496000" y="966058"/>
            <a:ext cx="7200000" cy="4925883"/>
            <a:chOff x="2496000" y="966058"/>
            <a:chExt cx="7200000" cy="4925883"/>
          </a:xfrm>
        </p:grpSpPr>
        <p:pic>
          <p:nvPicPr>
            <p:cNvPr id="5" name="Picture 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55A09995-CF9B-76CC-49AE-8F6DE3112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6000" y="966058"/>
              <a:ext cx="7200000" cy="492588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F6F5A37-C517-2B9E-75A3-B6FC60616EBF}"/>
                </a:ext>
              </a:extLst>
            </p:cNvPr>
            <p:cNvGrpSpPr/>
            <p:nvPr/>
          </p:nvGrpSpPr>
          <p:grpSpPr>
            <a:xfrm>
              <a:off x="3222171" y="1600200"/>
              <a:ext cx="4626429" cy="2974709"/>
              <a:chOff x="3222171" y="1600200"/>
              <a:chExt cx="4626429" cy="2974709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DADF6E9C-FF60-3E2A-D893-13C5881795E0}"/>
                  </a:ext>
                </a:extLst>
              </p:cNvPr>
              <p:cNvSpPr/>
              <p:nvPr/>
            </p:nvSpPr>
            <p:spPr>
              <a:xfrm>
                <a:off x="3222171" y="1600200"/>
                <a:ext cx="4626429" cy="664423"/>
              </a:xfrm>
              <a:custGeom>
                <a:avLst/>
                <a:gdLst>
                  <a:gd name="connsiteX0" fmla="*/ 0 w 4626429"/>
                  <a:gd name="connsiteY0" fmla="*/ 446314 h 664423"/>
                  <a:gd name="connsiteX1" fmla="*/ 326572 w 4626429"/>
                  <a:gd name="connsiteY1" fmla="*/ 620486 h 664423"/>
                  <a:gd name="connsiteX2" fmla="*/ 827315 w 4626429"/>
                  <a:gd name="connsiteY2" fmla="*/ 326571 h 664423"/>
                  <a:gd name="connsiteX3" fmla="*/ 1143000 w 4626429"/>
                  <a:gd name="connsiteY3" fmla="*/ 468086 h 664423"/>
                  <a:gd name="connsiteX4" fmla="*/ 1643743 w 4626429"/>
                  <a:gd name="connsiteY4" fmla="*/ 370114 h 664423"/>
                  <a:gd name="connsiteX5" fmla="*/ 1948543 w 4626429"/>
                  <a:gd name="connsiteY5" fmla="*/ 664029 h 664423"/>
                  <a:gd name="connsiteX6" fmla="*/ 2656115 w 4626429"/>
                  <a:gd name="connsiteY6" fmla="*/ 435429 h 664423"/>
                  <a:gd name="connsiteX7" fmla="*/ 3124200 w 4626429"/>
                  <a:gd name="connsiteY7" fmla="*/ 533400 h 664423"/>
                  <a:gd name="connsiteX8" fmla="*/ 3494315 w 4626429"/>
                  <a:gd name="connsiteY8" fmla="*/ 413657 h 664423"/>
                  <a:gd name="connsiteX9" fmla="*/ 3799115 w 4626429"/>
                  <a:gd name="connsiteY9" fmla="*/ 489857 h 664423"/>
                  <a:gd name="connsiteX10" fmla="*/ 4114800 w 4626429"/>
                  <a:gd name="connsiteY10" fmla="*/ 489857 h 664423"/>
                  <a:gd name="connsiteX11" fmla="*/ 4626429 w 4626429"/>
                  <a:gd name="connsiteY11" fmla="*/ 0 h 664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26429" h="664423">
                    <a:moveTo>
                      <a:pt x="0" y="446314"/>
                    </a:moveTo>
                    <a:cubicBezTo>
                      <a:pt x="94343" y="543378"/>
                      <a:pt x="188686" y="640443"/>
                      <a:pt x="326572" y="620486"/>
                    </a:cubicBezTo>
                    <a:cubicBezTo>
                      <a:pt x="464458" y="600529"/>
                      <a:pt x="691244" y="351971"/>
                      <a:pt x="827315" y="326571"/>
                    </a:cubicBezTo>
                    <a:cubicBezTo>
                      <a:pt x="963386" y="301171"/>
                      <a:pt x="1006929" y="460829"/>
                      <a:pt x="1143000" y="468086"/>
                    </a:cubicBezTo>
                    <a:cubicBezTo>
                      <a:pt x="1279071" y="475343"/>
                      <a:pt x="1509486" y="337457"/>
                      <a:pt x="1643743" y="370114"/>
                    </a:cubicBezTo>
                    <a:cubicBezTo>
                      <a:pt x="1778000" y="402771"/>
                      <a:pt x="1779815" y="653143"/>
                      <a:pt x="1948543" y="664029"/>
                    </a:cubicBezTo>
                    <a:cubicBezTo>
                      <a:pt x="2117271" y="674915"/>
                      <a:pt x="2460172" y="457200"/>
                      <a:pt x="2656115" y="435429"/>
                    </a:cubicBezTo>
                    <a:cubicBezTo>
                      <a:pt x="2852058" y="413658"/>
                      <a:pt x="2984500" y="537029"/>
                      <a:pt x="3124200" y="533400"/>
                    </a:cubicBezTo>
                    <a:cubicBezTo>
                      <a:pt x="3263900" y="529771"/>
                      <a:pt x="3381829" y="420914"/>
                      <a:pt x="3494315" y="413657"/>
                    </a:cubicBezTo>
                    <a:cubicBezTo>
                      <a:pt x="3606801" y="406400"/>
                      <a:pt x="3695701" y="477157"/>
                      <a:pt x="3799115" y="489857"/>
                    </a:cubicBezTo>
                    <a:cubicBezTo>
                      <a:pt x="3902529" y="502557"/>
                      <a:pt x="3976914" y="571500"/>
                      <a:pt x="4114800" y="489857"/>
                    </a:cubicBezTo>
                    <a:cubicBezTo>
                      <a:pt x="4252686" y="408214"/>
                      <a:pt x="4439557" y="204107"/>
                      <a:pt x="4626429" y="0"/>
                    </a:cubicBezTo>
                  </a:path>
                </a:pathLst>
              </a:custGeom>
              <a:ln w="38100">
                <a:solidFill>
                  <a:srgbClr val="92D050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F26FC8F-763D-5B45-092F-B76C1D726E15}"/>
                  </a:ext>
                </a:extLst>
              </p:cNvPr>
              <p:cNvSpPr/>
              <p:nvPr/>
            </p:nvSpPr>
            <p:spPr>
              <a:xfrm>
                <a:off x="3690257" y="4147457"/>
                <a:ext cx="609600" cy="218122"/>
              </a:xfrm>
              <a:custGeom>
                <a:avLst/>
                <a:gdLst>
                  <a:gd name="connsiteX0" fmla="*/ 0 w 609600"/>
                  <a:gd name="connsiteY0" fmla="*/ 0 h 218122"/>
                  <a:gd name="connsiteX1" fmla="*/ 326572 w 609600"/>
                  <a:gd name="connsiteY1" fmla="*/ 217714 h 218122"/>
                  <a:gd name="connsiteX2" fmla="*/ 609600 w 609600"/>
                  <a:gd name="connsiteY2" fmla="*/ 43543 h 218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218122">
                    <a:moveTo>
                      <a:pt x="0" y="0"/>
                    </a:moveTo>
                    <a:cubicBezTo>
                      <a:pt x="112486" y="105228"/>
                      <a:pt x="224972" y="210457"/>
                      <a:pt x="326572" y="217714"/>
                    </a:cubicBezTo>
                    <a:cubicBezTo>
                      <a:pt x="428172" y="224971"/>
                      <a:pt x="518886" y="134257"/>
                      <a:pt x="609600" y="43543"/>
                    </a:cubicBezTo>
                  </a:path>
                </a:pathLst>
              </a:custGeom>
              <a:noFill/>
              <a:ln w="381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9E69F27-D965-1E05-0DCE-C095493AE6EB}"/>
                  </a:ext>
                </a:extLst>
              </p:cNvPr>
              <p:cNvSpPr/>
              <p:nvPr/>
            </p:nvSpPr>
            <p:spPr>
              <a:xfrm>
                <a:off x="4767943" y="4299857"/>
                <a:ext cx="881743" cy="275052"/>
              </a:xfrm>
              <a:custGeom>
                <a:avLst/>
                <a:gdLst>
                  <a:gd name="connsiteX0" fmla="*/ 0 w 881743"/>
                  <a:gd name="connsiteY0" fmla="*/ 0 h 275052"/>
                  <a:gd name="connsiteX1" fmla="*/ 359228 w 881743"/>
                  <a:gd name="connsiteY1" fmla="*/ 272143 h 275052"/>
                  <a:gd name="connsiteX2" fmla="*/ 881743 w 881743"/>
                  <a:gd name="connsiteY2" fmla="*/ 119743 h 275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81743" h="275052">
                    <a:moveTo>
                      <a:pt x="0" y="0"/>
                    </a:moveTo>
                    <a:cubicBezTo>
                      <a:pt x="106135" y="126093"/>
                      <a:pt x="212271" y="252186"/>
                      <a:pt x="359228" y="272143"/>
                    </a:cubicBezTo>
                    <a:cubicBezTo>
                      <a:pt x="506185" y="292100"/>
                      <a:pt x="693964" y="205921"/>
                      <a:pt x="881743" y="119743"/>
                    </a:cubicBezTo>
                  </a:path>
                </a:pathLst>
              </a:custGeom>
              <a:noFill/>
              <a:ln w="381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D5BC562-DD2B-A43C-BDB4-8194AAFEB5B4}"/>
                  </a:ext>
                </a:extLst>
              </p:cNvPr>
              <p:cNvSpPr/>
              <p:nvPr/>
            </p:nvSpPr>
            <p:spPr>
              <a:xfrm>
                <a:off x="5878286" y="4212771"/>
                <a:ext cx="1055914" cy="273981"/>
              </a:xfrm>
              <a:custGeom>
                <a:avLst/>
                <a:gdLst>
                  <a:gd name="connsiteX0" fmla="*/ 0 w 1055914"/>
                  <a:gd name="connsiteY0" fmla="*/ 97972 h 273981"/>
                  <a:gd name="connsiteX1" fmla="*/ 609600 w 1055914"/>
                  <a:gd name="connsiteY1" fmla="*/ 272143 h 273981"/>
                  <a:gd name="connsiteX2" fmla="*/ 1055914 w 1055914"/>
                  <a:gd name="connsiteY2" fmla="*/ 0 h 273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55914" h="273981">
                    <a:moveTo>
                      <a:pt x="0" y="97972"/>
                    </a:moveTo>
                    <a:cubicBezTo>
                      <a:pt x="216807" y="193222"/>
                      <a:pt x="433614" y="288472"/>
                      <a:pt x="609600" y="272143"/>
                    </a:cubicBezTo>
                    <a:cubicBezTo>
                      <a:pt x="785586" y="255814"/>
                      <a:pt x="920750" y="127907"/>
                      <a:pt x="1055914" y="0"/>
                    </a:cubicBezTo>
                  </a:path>
                </a:pathLst>
              </a:custGeom>
              <a:noFill/>
              <a:ln w="381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625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DA9D7-6FC2-3982-6B72-7F52AB7B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657" y="748344"/>
            <a:ext cx="7200000" cy="492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8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6F7CF5-5FF6-A0F6-A039-093666AF33E5}"/>
              </a:ext>
            </a:extLst>
          </p:cNvPr>
          <p:cNvGrpSpPr/>
          <p:nvPr/>
        </p:nvGrpSpPr>
        <p:grpSpPr>
          <a:xfrm>
            <a:off x="647787" y="643466"/>
            <a:ext cx="10639105" cy="5571067"/>
            <a:chOff x="2667690" y="783167"/>
            <a:chExt cx="10105530" cy="52916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DBA422-1DD0-3E36-7F96-DDAC073E8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81554" y="783167"/>
              <a:ext cx="5291666" cy="52916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87F1D9-FA38-0E1F-66B2-B02940CB9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2105" y="783167"/>
              <a:ext cx="4734101" cy="39294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353F3B-6543-E940-8216-0B3113A75EAD}"/>
                </a:ext>
              </a:extLst>
            </p:cNvPr>
            <p:cNvSpPr txBox="1"/>
            <p:nvPr/>
          </p:nvSpPr>
          <p:spPr>
            <a:xfrm>
              <a:off x="2667690" y="994758"/>
              <a:ext cx="4908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60120">
                <a:spcAft>
                  <a:spcPts val="600"/>
                </a:spcAft>
              </a:pPr>
              <a:r>
                <a:rPr lang="en-US" sz="21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(A)</a:t>
              </a:r>
              <a:endPara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4A129C-E01C-3506-C991-23DF6A7A3724}"/>
                </a:ext>
              </a:extLst>
            </p:cNvPr>
            <p:cNvSpPr txBox="1"/>
            <p:nvPr/>
          </p:nvSpPr>
          <p:spPr>
            <a:xfrm>
              <a:off x="7571191" y="1015437"/>
              <a:ext cx="4812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60120">
                <a:spcAft>
                  <a:spcPts val="600"/>
                </a:spcAft>
              </a:pPr>
              <a:r>
                <a:rPr lang="en-US" sz="2100"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(B)</a:t>
              </a:r>
              <a:endPara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842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A7FE4B-CC2C-1A6E-F030-B6DA1046E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00" y="1030981"/>
            <a:ext cx="7866599" cy="479603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3B8438-3271-F4FD-63B1-21B9FC050377}"/>
              </a:ext>
            </a:extLst>
          </p:cNvPr>
          <p:cNvCxnSpPr/>
          <p:nvPr/>
        </p:nvCxnSpPr>
        <p:spPr>
          <a:xfrm flipV="1">
            <a:off x="4593771" y="1328057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EF2E3-AD48-E475-B4BA-14E102ED8224}"/>
              </a:ext>
            </a:extLst>
          </p:cNvPr>
          <p:cNvCxnSpPr/>
          <p:nvPr/>
        </p:nvCxnSpPr>
        <p:spPr>
          <a:xfrm flipV="1">
            <a:off x="4757057" y="1328057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3A8A1B-885E-93D3-341D-A8F6DADA514F}"/>
              </a:ext>
            </a:extLst>
          </p:cNvPr>
          <p:cNvCxnSpPr/>
          <p:nvPr/>
        </p:nvCxnSpPr>
        <p:spPr>
          <a:xfrm flipV="1">
            <a:off x="5219700" y="1328057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07B237-78FF-4743-5FF4-77A48FB0C7F7}"/>
              </a:ext>
            </a:extLst>
          </p:cNvPr>
          <p:cNvCxnSpPr/>
          <p:nvPr/>
        </p:nvCxnSpPr>
        <p:spPr>
          <a:xfrm flipV="1">
            <a:off x="5382986" y="1328057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A073C2-2DA9-D560-D6E3-AE3FBA94541E}"/>
              </a:ext>
            </a:extLst>
          </p:cNvPr>
          <p:cNvCxnSpPr/>
          <p:nvPr/>
        </p:nvCxnSpPr>
        <p:spPr>
          <a:xfrm flipV="1">
            <a:off x="4626428" y="3577538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88C80F-D840-C542-6DA0-15A8F94C302C}"/>
              </a:ext>
            </a:extLst>
          </p:cNvPr>
          <p:cNvCxnSpPr/>
          <p:nvPr/>
        </p:nvCxnSpPr>
        <p:spPr>
          <a:xfrm flipV="1">
            <a:off x="4789714" y="3577538"/>
            <a:ext cx="1578429" cy="16546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40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138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Chakraborty, Shibaji</dc:creator>
  <cp:lastModifiedBy>Chakraborty, Shibaji</cp:lastModifiedBy>
  <cp:revision>31</cp:revision>
  <dcterms:created xsi:type="dcterms:W3CDTF">2025-05-02T14:55:52Z</dcterms:created>
  <dcterms:modified xsi:type="dcterms:W3CDTF">2026-03-27T21:21:15Z</dcterms:modified>
</cp:coreProperties>
</file>