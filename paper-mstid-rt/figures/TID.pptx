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72885-4736-9689-0269-2F67EF48F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8BB0F-7DE2-84F0-6E74-75B2127CB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C4E68-45F7-C9BA-B806-C87C1845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D5158-EE34-1BB5-0DC4-620ACEE3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EE028-9214-8942-B9CF-56684B81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5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5952-29A8-5760-BA6D-D5032343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3660-D2BD-61E9-AFDB-5E1921CA5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3A6D-3FEE-F9AF-DE08-575D9376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D5BEB-28BE-7A0F-EE12-FA99F288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698D4-3C22-AD53-0DAF-E9A59E11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0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98F8-B77B-EA20-F797-C6A62A6C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A9DED-670D-AA2E-E580-5C6B6586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6173-82C2-B4C8-1673-8D84A982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C2C97-9313-2BCB-7B62-F0AC2975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0C2B2-C2BC-595C-DA32-846DFF7F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7EEA-A502-7DCF-8296-2152F3CD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239CE-606C-8F9B-816F-95FCF27C6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F3AB2-F8C4-28A3-2E35-5C55D1C77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B411E-60B4-FE28-2EBE-03E3CDA8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BCB35-E444-6C18-1018-39324A73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DBB87-4685-E77C-C4AE-868CD5D7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4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0F19-A624-46E6-F046-77BC8FBC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F79A4-27B7-DD70-1E70-642A5986F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C96AD-6716-2802-DDDA-7D7405B7A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B0244-555E-9A96-7330-E7BAF4F43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7D2A0-0ED1-BCC8-F2B7-1C0FC0561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A8A2A-6460-ED72-175A-4333DBF9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CFF3F-148A-80E1-0C4E-2B29EFAC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CBCF6-C6A0-C1F2-7796-171D12CD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61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E871-ABFD-A666-6A3E-97209F9D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44E3F-AA9D-85A6-770A-88A3F31B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2A3C9-65AA-B961-D385-C94FA9EB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E65E9-F133-2A74-8DF5-3FAEB7FCD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6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CF65A-0CB3-C2E6-D070-30ED0CDB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C5988-D1FB-7341-9078-E1FED635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53A9D-0C27-0D02-73D8-3C2600E1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0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D05E-5C5F-2AA8-922E-4FA8B7B1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6FA7-8944-2AB1-6E00-EF5783040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6E29F-F93B-5B90-065F-509F3F23A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AC2DC-9F70-7715-DD4B-09CBC4DF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3C3C3-F8C9-295F-7676-0F4CEC92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22E4B-2478-7C7C-E5EF-66173660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D7E26-4B57-F0AF-54C7-58360E9D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B35DB6-8351-920C-2A71-3D4931EAE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6B9B3-29D3-AA2E-F2B7-6249CB70D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25F84-9A8B-17D3-860F-57D6DEC1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07ECD-5038-4992-5276-81B7CE50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F7408-6BA0-7FBF-0B11-6E2B22DD0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3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2371E-D8CE-72DE-D769-58354476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CB1C2-F4B6-FED5-566D-BAFE604F0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2335A-4008-C3E9-2367-555115B1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EA26-434B-8FDD-8654-AB003D9C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E82EF-4063-7B91-FBB9-16E2141B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1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2B4CB-3364-22D3-5ABE-0FCA25CB0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35768-7512-6C99-B67B-61868144D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045C-06F0-BD34-31C4-04423645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6BAC1-F40A-E82B-62FE-4428DF00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2C858-FA19-B81B-BEE7-D699F113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93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FA726-8557-8C42-DCCE-95CCB637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12370-8E7A-C575-90C1-3270A6A83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0C87-DC5E-F7C5-1862-4CA5E1CC4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82490-085F-45B0-B756-BD60DC77582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1442C-2328-9E68-F72B-630EBCB00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1D5A-7296-8134-09B8-E3E10FD08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61DA3-265A-469A-94DF-3C038F09A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40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41AF716-CA73-6D52-CE5A-B8322EE4D664}"/>
              </a:ext>
            </a:extLst>
          </p:cNvPr>
          <p:cNvGrpSpPr/>
          <p:nvPr/>
        </p:nvGrpSpPr>
        <p:grpSpPr>
          <a:xfrm>
            <a:off x="9361713" y="3799113"/>
            <a:ext cx="1828800" cy="1828800"/>
            <a:chOff x="3690256" y="1338941"/>
            <a:chExt cx="1828800" cy="18288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42A7CED-3806-82BC-7D46-C0C2A9DE84E3}"/>
                </a:ext>
              </a:extLst>
            </p:cNvPr>
            <p:cNvSpPr/>
            <p:nvPr/>
          </p:nvSpPr>
          <p:spPr>
            <a:xfrm>
              <a:off x="3690256" y="1338941"/>
              <a:ext cx="1828800" cy="18288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A7E934-F037-9DF9-C5B8-AE9C9882C17A}"/>
                </a:ext>
              </a:extLst>
            </p:cNvPr>
            <p:cNvSpPr/>
            <p:nvPr/>
          </p:nvSpPr>
          <p:spPr>
            <a:xfrm>
              <a:off x="3918857" y="1567542"/>
              <a:ext cx="1371600" cy="137160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042C5A-5A50-F8D5-13A7-02C8B37E84AE}"/>
                </a:ext>
              </a:extLst>
            </p:cNvPr>
            <p:cNvSpPr/>
            <p:nvPr/>
          </p:nvSpPr>
          <p:spPr>
            <a:xfrm>
              <a:off x="4147457" y="1796142"/>
              <a:ext cx="914400" cy="9144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7C8DA2-E3B8-C547-A3A1-5DB344239DEA}"/>
              </a:ext>
            </a:extLst>
          </p:cNvPr>
          <p:cNvGrpSpPr/>
          <p:nvPr/>
        </p:nvGrpSpPr>
        <p:grpSpPr>
          <a:xfrm>
            <a:off x="8131625" y="359221"/>
            <a:ext cx="3646714" cy="1077691"/>
            <a:chOff x="3722910" y="1338938"/>
            <a:chExt cx="3145976" cy="107769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BB95D3-5B1A-DCAB-E280-0A4680930B27}"/>
                </a:ext>
              </a:extLst>
            </p:cNvPr>
            <p:cNvSpPr/>
            <p:nvPr/>
          </p:nvSpPr>
          <p:spPr>
            <a:xfrm>
              <a:off x="4016828" y="1338941"/>
              <a:ext cx="2525486" cy="107768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FA00B1-1F8B-DAD9-38C2-A18C6A330E10}"/>
                </a:ext>
              </a:extLst>
            </p:cNvPr>
            <p:cNvSpPr/>
            <p:nvPr/>
          </p:nvSpPr>
          <p:spPr>
            <a:xfrm>
              <a:off x="4016828" y="1473653"/>
              <a:ext cx="2525486" cy="80826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AA3BFA-8B5F-B86D-6086-6F8CE4C8429B}"/>
                </a:ext>
              </a:extLst>
            </p:cNvPr>
            <p:cNvSpPr/>
            <p:nvPr/>
          </p:nvSpPr>
          <p:spPr>
            <a:xfrm>
              <a:off x="4016828" y="1608364"/>
              <a:ext cx="2525486" cy="538844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B84D996-83D8-866E-33E0-6663E271E1D8}"/>
                </a:ext>
              </a:extLst>
            </p:cNvPr>
            <p:cNvGrpSpPr/>
            <p:nvPr/>
          </p:nvGrpSpPr>
          <p:grpSpPr>
            <a:xfrm>
              <a:off x="6215742" y="1338941"/>
              <a:ext cx="653144" cy="1077688"/>
              <a:chOff x="3690256" y="1338941"/>
              <a:chExt cx="1828800" cy="18288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9A11A8E-BE04-38C6-992D-BE3208239415}"/>
                  </a:ext>
                </a:extLst>
              </p:cNvPr>
              <p:cNvSpPr/>
              <p:nvPr/>
            </p:nvSpPr>
            <p:spPr>
              <a:xfrm>
                <a:off x="3690256" y="1338941"/>
                <a:ext cx="1828800" cy="1828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0BBBD32-F6A7-468F-6511-78B2B8FA89E1}"/>
                  </a:ext>
                </a:extLst>
              </p:cNvPr>
              <p:cNvSpPr/>
              <p:nvPr/>
            </p:nvSpPr>
            <p:spPr>
              <a:xfrm>
                <a:off x="3918857" y="1567542"/>
                <a:ext cx="1371600" cy="137160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A1EBE87-6022-1FBA-AD06-4C2CE26115B7}"/>
                  </a:ext>
                </a:extLst>
              </p:cNvPr>
              <p:cNvSpPr/>
              <p:nvPr/>
            </p:nvSpPr>
            <p:spPr>
              <a:xfrm>
                <a:off x="4147457" y="1796142"/>
                <a:ext cx="914400" cy="91440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8DA3C91-8223-8EB9-E663-CC6AF5D54BBB}"/>
                </a:ext>
              </a:extLst>
            </p:cNvPr>
            <p:cNvGrpSpPr/>
            <p:nvPr/>
          </p:nvGrpSpPr>
          <p:grpSpPr>
            <a:xfrm>
              <a:off x="3722910" y="1338938"/>
              <a:ext cx="653144" cy="1077688"/>
              <a:chOff x="3690256" y="1338941"/>
              <a:chExt cx="1828800" cy="18288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FDEB8A7-AEA0-B0E4-4CFE-3917B7833C15}"/>
                  </a:ext>
                </a:extLst>
              </p:cNvPr>
              <p:cNvSpPr/>
              <p:nvPr/>
            </p:nvSpPr>
            <p:spPr>
              <a:xfrm>
                <a:off x="3690256" y="1338941"/>
                <a:ext cx="1828800" cy="1828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7141937-BE54-BB21-A78B-71C607744D6D}"/>
                  </a:ext>
                </a:extLst>
              </p:cNvPr>
              <p:cNvSpPr/>
              <p:nvPr/>
            </p:nvSpPr>
            <p:spPr>
              <a:xfrm>
                <a:off x="3918857" y="1567542"/>
                <a:ext cx="1371600" cy="137160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DA2658-06B0-2CBA-5429-0D6F8453E98C}"/>
                  </a:ext>
                </a:extLst>
              </p:cNvPr>
              <p:cNvSpPr/>
              <p:nvPr/>
            </p:nvSpPr>
            <p:spPr>
              <a:xfrm>
                <a:off x="4147457" y="1796142"/>
                <a:ext cx="914400" cy="914400"/>
              </a:xfrm>
              <a:prstGeom prst="ellipse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4C3629C-5AF2-10F5-9B17-BA0308202327}"/>
              </a:ext>
            </a:extLst>
          </p:cNvPr>
          <p:cNvSpPr/>
          <p:nvPr/>
        </p:nvSpPr>
        <p:spPr>
          <a:xfrm>
            <a:off x="717589" y="224787"/>
            <a:ext cx="6537058" cy="1077412"/>
          </a:xfrm>
          <a:custGeom>
            <a:avLst/>
            <a:gdLst>
              <a:gd name="connsiteX0" fmla="*/ 0 w 8567786"/>
              <a:gd name="connsiteY0" fmla="*/ 1383635 h 2644954"/>
              <a:gd name="connsiteX1" fmla="*/ 1611086 w 8567786"/>
              <a:gd name="connsiteY1" fmla="*/ 33807 h 2644954"/>
              <a:gd name="connsiteX2" fmla="*/ 3222172 w 8567786"/>
              <a:gd name="connsiteY2" fmla="*/ 2624607 h 2644954"/>
              <a:gd name="connsiteX3" fmla="*/ 4833257 w 8567786"/>
              <a:gd name="connsiteY3" fmla="*/ 12035 h 2644954"/>
              <a:gd name="connsiteX4" fmla="*/ 6433457 w 8567786"/>
              <a:gd name="connsiteY4" fmla="*/ 2635492 h 2644954"/>
              <a:gd name="connsiteX5" fmla="*/ 8218715 w 8567786"/>
              <a:gd name="connsiteY5" fmla="*/ 882892 h 2644954"/>
              <a:gd name="connsiteX6" fmla="*/ 8567057 w 8567786"/>
              <a:gd name="connsiteY6" fmla="*/ 654292 h 2644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67786" h="2644954">
                <a:moveTo>
                  <a:pt x="0" y="1383635"/>
                </a:moveTo>
                <a:cubicBezTo>
                  <a:pt x="537028" y="605306"/>
                  <a:pt x="1074057" y="-173022"/>
                  <a:pt x="1611086" y="33807"/>
                </a:cubicBezTo>
                <a:cubicBezTo>
                  <a:pt x="2148115" y="240636"/>
                  <a:pt x="2685144" y="2628236"/>
                  <a:pt x="3222172" y="2624607"/>
                </a:cubicBezTo>
                <a:cubicBezTo>
                  <a:pt x="3759200" y="2620978"/>
                  <a:pt x="4298043" y="10221"/>
                  <a:pt x="4833257" y="12035"/>
                </a:cubicBezTo>
                <a:cubicBezTo>
                  <a:pt x="5368471" y="13849"/>
                  <a:pt x="5869214" y="2490349"/>
                  <a:pt x="6433457" y="2635492"/>
                </a:cubicBezTo>
                <a:cubicBezTo>
                  <a:pt x="6997700" y="2780635"/>
                  <a:pt x="7863115" y="1213092"/>
                  <a:pt x="8218715" y="882892"/>
                </a:cubicBezTo>
                <a:cubicBezTo>
                  <a:pt x="8574315" y="552692"/>
                  <a:pt x="8570686" y="603492"/>
                  <a:pt x="8567057" y="654292"/>
                </a:cubicBezTo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4F9F1AC-CF0D-C47A-B461-A0B5F31A2DF2}"/>
              </a:ext>
            </a:extLst>
          </p:cNvPr>
          <p:cNvGrpSpPr/>
          <p:nvPr/>
        </p:nvGrpSpPr>
        <p:grpSpPr>
          <a:xfrm>
            <a:off x="1978314" y="3175908"/>
            <a:ext cx="5276333" cy="2352627"/>
            <a:chOff x="1978314" y="3175908"/>
            <a:chExt cx="5276333" cy="2352627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8F53AD9-54C1-1E62-BC36-2B9F9300FE3D}"/>
                </a:ext>
              </a:extLst>
            </p:cNvPr>
            <p:cNvGrpSpPr/>
            <p:nvPr/>
          </p:nvGrpSpPr>
          <p:grpSpPr>
            <a:xfrm>
              <a:off x="1978314" y="3175908"/>
              <a:ext cx="5276333" cy="2321379"/>
              <a:chOff x="2354552" y="1888404"/>
              <a:chExt cx="5276333" cy="328231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5BED41-078F-EFA7-2703-8EFE43B1148C}"/>
                  </a:ext>
                </a:extLst>
              </p:cNvPr>
              <p:cNvSpPr/>
              <p:nvPr/>
            </p:nvSpPr>
            <p:spPr>
              <a:xfrm>
                <a:off x="2354552" y="3460295"/>
                <a:ext cx="5276333" cy="171041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CC7A3E4-15A4-FACA-3467-B657833443C5}"/>
                  </a:ext>
                </a:extLst>
              </p:cNvPr>
              <p:cNvSpPr/>
              <p:nvPr/>
            </p:nvSpPr>
            <p:spPr>
              <a:xfrm rot="10800000">
                <a:off x="2354552" y="1888404"/>
                <a:ext cx="5276333" cy="171042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C670FCA-ABCB-D1B3-9EF1-AB787FEC1AAA}"/>
                </a:ext>
              </a:extLst>
            </p:cNvPr>
            <p:cNvSpPr/>
            <p:nvPr/>
          </p:nvSpPr>
          <p:spPr>
            <a:xfrm rot="1518602">
              <a:off x="3117211" y="4219327"/>
              <a:ext cx="757103" cy="130134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E52C856-F8C5-8B65-07EB-CA3DC4BBBF51}"/>
                </a:ext>
              </a:extLst>
            </p:cNvPr>
            <p:cNvSpPr/>
            <p:nvPr/>
          </p:nvSpPr>
          <p:spPr>
            <a:xfrm rot="1518602">
              <a:off x="4237928" y="4219325"/>
              <a:ext cx="757103" cy="130134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A1424EF-D9FA-0B20-6FA7-84B35659174D}"/>
                </a:ext>
              </a:extLst>
            </p:cNvPr>
            <p:cNvSpPr/>
            <p:nvPr/>
          </p:nvSpPr>
          <p:spPr>
            <a:xfrm rot="1518602">
              <a:off x="5358645" y="4227190"/>
              <a:ext cx="757103" cy="1301345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580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07263B5-2645-08CA-7786-C94982F10301}"/>
              </a:ext>
            </a:extLst>
          </p:cNvPr>
          <p:cNvGrpSpPr/>
          <p:nvPr/>
        </p:nvGrpSpPr>
        <p:grpSpPr>
          <a:xfrm>
            <a:off x="700607" y="2735086"/>
            <a:ext cx="5355706" cy="1499653"/>
            <a:chOff x="1093829" y="1317165"/>
            <a:chExt cx="6678572" cy="211183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2C5445-AC9F-3AF5-EBCA-B939F753DF6C}"/>
                </a:ext>
              </a:extLst>
            </p:cNvPr>
            <p:cNvGrpSpPr/>
            <p:nvPr/>
          </p:nvGrpSpPr>
          <p:grpSpPr>
            <a:xfrm>
              <a:off x="1556652" y="1317165"/>
              <a:ext cx="5747661" cy="2111835"/>
              <a:chOff x="3722910" y="1338938"/>
              <a:chExt cx="3145976" cy="107769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B32E17-1AA7-F3EA-C482-E49F863422EE}"/>
                  </a:ext>
                </a:extLst>
              </p:cNvPr>
              <p:cNvSpPr/>
              <p:nvPr/>
            </p:nvSpPr>
            <p:spPr>
              <a:xfrm>
                <a:off x="4016828" y="1338941"/>
                <a:ext cx="2525486" cy="1077688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70A9131-CA66-1254-B2F8-1F3D0B80CF45}"/>
                  </a:ext>
                </a:extLst>
              </p:cNvPr>
              <p:cNvSpPr/>
              <p:nvPr/>
            </p:nvSpPr>
            <p:spPr>
              <a:xfrm>
                <a:off x="4016828" y="1473653"/>
                <a:ext cx="2525486" cy="80826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51CA343-0776-35FA-7A33-98FA0EF0566C}"/>
                  </a:ext>
                </a:extLst>
              </p:cNvPr>
              <p:cNvSpPr/>
              <p:nvPr/>
            </p:nvSpPr>
            <p:spPr>
              <a:xfrm>
                <a:off x="4016828" y="1608364"/>
                <a:ext cx="2525486" cy="538844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519F02A-280F-4899-4E04-EA066A09BE8D}"/>
                  </a:ext>
                </a:extLst>
              </p:cNvPr>
              <p:cNvGrpSpPr/>
              <p:nvPr/>
            </p:nvGrpSpPr>
            <p:grpSpPr>
              <a:xfrm>
                <a:off x="6215742" y="1338941"/>
                <a:ext cx="653144" cy="1077688"/>
                <a:chOff x="3690256" y="1338941"/>
                <a:chExt cx="1828800" cy="182880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B601B1D-A280-929B-1549-8E18B71FDAF6}"/>
                    </a:ext>
                  </a:extLst>
                </p:cNvPr>
                <p:cNvSpPr/>
                <p:nvPr/>
              </p:nvSpPr>
              <p:spPr>
                <a:xfrm>
                  <a:off x="3690256" y="1338941"/>
                  <a:ext cx="1828800" cy="1828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0F3F09E7-795A-1797-F26A-6CDE2E723E20}"/>
                    </a:ext>
                  </a:extLst>
                </p:cNvPr>
                <p:cNvSpPr/>
                <p:nvPr/>
              </p:nvSpPr>
              <p:spPr>
                <a:xfrm>
                  <a:off x="3918857" y="1567542"/>
                  <a:ext cx="1371600" cy="1371600"/>
                </a:xfrm>
                <a:prstGeom prst="ellipse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8E5303B-834B-CF45-9DC6-114225E74463}"/>
                    </a:ext>
                  </a:extLst>
                </p:cNvPr>
                <p:cNvSpPr/>
                <p:nvPr/>
              </p:nvSpPr>
              <p:spPr>
                <a:xfrm>
                  <a:off x="4147457" y="1796142"/>
                  <a:ext cx="914400" cy="914400"/>
                </a:xfrm>
                <a:prstGeom prst="ellipse">
                  <a:avLst/>
                </a:prstGeom>
                <a:solidFill>
                  <a:schemeClr val="tx2">
                    <a:lumMod val="90000"/>
                    <a:lumOff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AD18923-7D56-8837-440C-DC9AA792A2C8}"/>
                  </a:ext>
                </a:extLst>
              </p:cNvPr>
              <p:cNvGrpSpPr/>
              <p:nvPr/>
            </p:nvGrpSpPr>
            <p:grpSpPr>
              <a:xfrm>
                <a:off x="3722910" y="1338938"/>
                <a:ext cx="653144" cy="1077688"/>
                <a:chOff x="3690256" y="1338941"/>
                <a:chExt cx="1828800" cy="1828800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F821595-1281-0003-189D-766EEBF0F26C}"/>
                    </a:ext>
                  </a:extLst>
                </p:cNvPr>
                <p:cNvSpPr/>
                <p:nvPr/>
              </p:nvSpPr>
              <p:spPr>
                <a:xfrm>
                  <a:off x="3690256" y="1338941"/>
                  <a:ext cx="1828800" cy="1828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91D313CF-94E7-A77C-37DF-69EBC79EDA99}"/>
                    </a:ext>
                  </a:extLst>
                </p:cNvPr>
                <p:cNvSpPr/>
                <p:nvPr/>
              </p:nvSpPr>
              <p:spPr>
                <a:xfrm>
                  <a:off x="3918857" y="1567542"/>
                  <a:ext cx="1371600" cy="1371600"/>
                </a:xfrm>
                <a:prstGeom prst="ellipse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6AC57EE4-C227-7C4C-D773-C2261B821325}"/>
                    </a:ext>
                  </a:extLst>
                </p:cNvPr>
                <p:cNvSpPr/>
                <p:nvPr/>
              </p:nvSpPr>
              <p:spPr>
                <a:xfrm>
                  <a:off x="4147457" y="1796142"/>
                  <a:ext cx="914400" cy="914400"/>
                </a:xfrm>
                <a:prstGeom prst="ellipse">
                  <a:avLst/>
                </a:prstGeom>
                <a:solidFill>
                  <a:schemeClr val="tx2">
                    <a:lumMod val="90000"/>
                    <a:lumOff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63E01D0-7C8A-AC4E-3702-37B6DB6A1BF4}"/>
                </a:ext>
              </a:extLst>
            </p:cNvPr>
            <p:cNvSpPr/>
            <p:nvPr/>
          </p:nvSpPr>
          <p:spPr>
            <a:xfrm>
              <a:off x="1093829" y="1581145"/>
              <a:ext cx="6678572" cy="1583873"/>
            </a:xfrm>
            <a:custGeom>
              <a:avLst/>
              <a:gdLst>
                <a:gd name="connsiteX0" fmla="*/ 0 w 8567786"/>
                <a:gd name="connsiteY0" fmla="*/ 1383635 h 2644954"/>
                <a:gd name="connsiteX1" fmla="*/ 1611086 w 8567786"/>
                <a:gd name="connsiteY1" fmla="*/ 33807 h 2644954"/>
                <a:gd name="connsiteX2" fmla="*/ 3222172 w 8567786"/>
                <a:gd name="connsiteY2" fmla="*/ 2624607 h 2644954"/>
                <a:gd name="connsiteX3" fmla="*/ 4833257 w 8567786"/>
                <a:gd name="connsiteY3" fmla="*/ 12035 h 2644954"/>
                <a:gd name="connsiteX4" fmla="*/ 6433457 w 8567786"/>
                <a:gd name="connsiteY4" fmla="*/ 2635492 h 2644954"/>
                <a:gd name="connsiteX5" fmla="*/ 8218715 w 8567786"/>
                <a:gd name="connsiteY5" fmla="*/ 882892 h 2644954"/>
                <a:gd name="connsiteX6" fmla="*/ 8567057 w 8567786"/>
                <a:gd name="connsiteY6" fmla="*/ 654292 h 264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67786" h="2644954">
                  <a:moveTo>
                    <a:pt x="0" y="1383635"/>
                  </a:moveTo>
                  <a:cubicBezTo>
                    <a:pt x="537028" y="605306"/>
                    <a:pt x="1074057" y="-173022"/>
                    <a:pt x="1611086" y="33807"/>
                  </a:cubicBezTo>
                  <a:cubicBezTo>
                    <a:pt x="2148115" y="240636"/>
                    <a:pt x="2685144" y="2628236"/>
                    <a:pt x="3222172" y="2624607"/>
                  </a:cubicBezTo>
                  <a:cubicBezTo>
                    <a:pt x="3759200" y="2620978"/>
                    <a:pt x="4298043" y="10221"/>
                    <a:pt x="4833257" y="12035"/>
                  </a:cubicBezTo>
                  <a:cubicBezTo>
                    <a:pt x="5368471" y="13849"/>
                    <a:pt x="5869214" y="2490349"/>
                    <a:pt x="6433457" y="2635492"/>
                  </a:cubicBezTo>
                  <a:cubicBezTo>
                    <a:pt x="6997700" y="2780635"/>
                    <a:pt x="7863115" y="1213092"/>
                    <a:pt x="8218715" y="882892"/>
                  </a:cubicBezTo>
                  <a:cubicBezTo>
                    <a:pt x="8574315" y="552692"/>
                    <a:pt x="8570686" y="603492"/>
                    <a:pt x="8567057" y="654292"/>
                  </a:cubicBez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F322983-7523-22A1-FD8E-825AB08FE9BF}"/>
              </a:ext>
            </a:extLst>
          </p:cNvPr>
          <p:cNvGrpSpPr/>
          <p:nvPr/>
        </p:nvGrpSpPr>
        <p:grpSpPr>
          <a:xfrm>
            <a:off x="740294" y="31000"/>
            <a:ext cx="5276333" cy="2175597"/>
            <a:chOff x="281834" y="3453036"/>
            <a:chExt cx="5276333" cy="217559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D99BBF6-27C0-64AA-BFB8-B525841DD21B}"/>
                </a:ext>
              </a:extLst>
            </p:cNvPr>
            <p:cNvGrpSpPr/>
            <p:nvPr/>
          </p:nvGrpSpPr>
          <p:grpSpPr>
            <a:xfrm>
              <a:off x="281834" y="4195069"/>
              <a:ext cx="5276333" cy="1433564"/>
              <a:chOff x="2774662" y="3792298"/>
              <a:chExt cx="5276333" cy="1433564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2A5A18E-B4A1-74D1-14D6-061BEC68C674}"/>
                  </a:ext>
                </a:extLst>
              </p:cNvPr>
              <p:cNvGrpSpPr/>
              <p:nvPr/>
            </p:nvGrpSpPr>
            <p:grpSpPr>
              <a:xfrm>
                <a:off x="2774662" y="3792298"/>
                <a:ext cx="5276333" cy="1433564"/>
                <a:chOff x="1978314" y="4287610"/>
                <a:chExt cx="5276333" cy="1433564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C0746A5-54C3-D2AD-8A29-0918163E9E72}"/>
                    </a:ext>
                  </a:extLst>
                </p:cNvPr>
                <p:cNvSpPr/>
                <p:nvPr/>
              </p:nvSpPr>
              <p:spPr>
                <a:xfrm>
                  <a:off x="1978314" y="4287610"/>
                  <a:ext cx="5276333" cy="1421959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7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5">
                        <a:lumMod val="30000"/>
                        <a:lumOff val="70000"/>
                      </a:schemeClr>
                    </a:gs>
                  </a:gsLst>
                  <a:lin ang="54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5F01246-F8AB-7A81-4C5D-6D73F00ACE5B}"/>
                    </a:ext>
                  </a:extLst>
                </p:cNvPr>
                <p:cNvSpPr/>
                <p:nvPr/>
              </p:nvSpPr>
              <p:spPr>
                <a:xfrm rot="1518602">
                  <a:off x="3043082" y="4707821"/>
                  <a:ext cx="757103" cy="1005482"/>
                </a:xfrm>
                <a:prstGeom prst="ellipse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E3BD16DE-F6A0-5770-C1C6-FD28B62F58F3}"/>
                    </a:ext>
                  </a:extLst>
                </p:cNvPr>
                <p:cNvSpPr/>
                <p:nvPr/>
              </p:nvSpPr>
              <p:spPr>
                <a:xfrm rot="1518602">
                  <a:off x="4160391" y="4722996"/>
                  <a:ext cx="757103" cy="989540"/>
                </a:xfrm>
                <a:prstGeom prst="ellipse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6976588-C03E-7314-F57B-9B615B4D7D7F}"/>
                    </a:ext>
                  </a:extLst>
                </p:cNvPr>
                <p:cNvSpPr/>
                <p:nvPr/>
              </p:nvSpPr>
              <p:spPr>
                <a:xfrm rot="1518602">
                  <a:off x="5284550" y="4715533"/>
                  <a:ext cx="757103" cy="1005641"/>
                </a:xfrm>
                <a:prstGeom prst="ellipse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E22C885-E61F-35EB-324A-FF5D7B4490B6}"/>
                  </a:ext>
                </a:extLst>
              </p:cNvPr>
              <p:cNvSpPr/>
              <p:nvPr/>
            </p:nvSpPr>
            <p:spPr>
              <a:xfrm>
                <a:off x="3439885" y="4386820"/>
                <a:ext cx="4365172" cy="773011"/>
              </a:xfrm>
              <a:custGeom>
                <a:avLst/>
                <a:gdLst>
                  <a:gd name="connsiteX0" fmla="*/ 0 w 4365172"/>
                  <a:gd name="connsiteY0" fmla="*/ 773011 h 773011"/>
                  <a:gd name="connsiteX1" fmla="*/ 413658 w 4365172"/>
                  <a:gd name="connsiteY1" fmla="*/ 642382 h 773011"/>
                  <a:gd name="connsiteX2" fmla="*/ 1143000 w 4365172"/>
                  <a:gd name="connsiteY2" fmla="*/ 43668 h 773011"/>
                  <a:gd name="connsiteX3" fmla="*/ 1502229 w 4365172"/>
                  <a:gd name="connsiteY3" fmla="*/ 424668 h 773011"/>
                  <a:gd name="connsiteX4" fmla="*/ 2253343 w 4365172"/>
                  <a:gd name="connsiteY4" fmla="*/ 65440 h 773011"/>
                  <a:gd name="connsiteX5" fmla="*/ 2645229 w 4365172"/>
                  <a:gd name="connsiteY5" fmla="*/ 294040 h 773011"/>
                  <a:gd name="connsiteX6" fmla="*/ 3341915 w 4365172"/>
                  <a:gd name="connsiteY6" fmla="*/ 125 h 773011"/>
                  <a:gd name="connsiteX7" fmla="*/ 3777343 w 4365172"/>
                  <a:gd name="connsiteY7" fmla="*/ 261382 h 773011"/>
                  <a:gd name="connsiteX8" fmla="*/ 4365172 w 4365172"/>
                  <a:gd name="connsiteY8" fmla="*/ 566182 h 773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65172" h="773011">
                    <a:moveTo>
                      <a:pt x="0" y="773011"/>
                    </a:moveTo>
                    <a:cubicBezTo>
                      <a:pt x="111579" y="768475"/>
                      <a:pt x="223158" y="763939"/>
                      <a:pt x="413658" y="642382"/>
                    </a:cubicBezTo>
                    <a:cubicBezTo>
                      <a:pt x="604158" y="520825"/>
                      <a:pt x="961572" y="79954"/>
                      <a:pt x="1143000" y="43668"/>
                    </a:cubicBezTo>
                    <a:cubicBezTo>
                      <a:pt x="1324428" y="7382"/>
                      <a:pt x="1317172" y="421039"/>
                      <a:pt x="1502229" y="424668"/>
                    </a:cubicBezTo>
                    <a:cubicBezTo>
                      <a:pt x="1687286" y="428297"/>
                      <a:pt x="2062843" y="87211"/>
                      <a:pt x="2253343" y="65440"/>
                    </a:cubicBezTo>
                    <a:cubicBezTo>
                      <a:pt x="2443843" y="43669"/>
                      <a:pt x="2463800" y="304926"/>
                      <a:pt x="2645229" y="294040"/>
                    </a:cubicBezTo>
                    <a:cubicBezTo>
                      <a:pt x="2826658" y="283154"/>
                      <a:pt x="3153229" y="5568"/>
                      <a:pt x="3341915" y="125"/>
                    </a:cubicBezTo>
                    <a:cubicBezTo>
                      <a:pt x="3530601" y="-5318"/>
                      <a:pt x="3606800" y="167039"/>
                      <a:pt x="3777343" y="261382"/>
                    </a:cubicBezTo>
                    <a:cubicBezTo>
                      <a:pt x="3947886" y="355725"/>
                      <a:pt x="4238172" y="511753"/>
                      <a:pt x="4365172" y="566182"/>
                    </a:cubicBezTo>
                  </a:path>
                </a:pathLst>
              </a:custGeom>
              <a:noFill/>
              <a:ln w="3810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B6F6634-9A56-5094-76A3-E48345C692E9}"/>
                </a:ext>
              </a:extLst>
            </p:cNvPr>
            <p:cNvGrpSpPr/>
            <p:nvPr/>
          </p:nvGrpSpPr>
          <p:grpSpPr>
            <a:xfrm>
              <a:off x="1648331" y="3453036"/>
              <a:ext cx="2519071" cy="707886"/>
              <a:chOff x="1648331" y="3453036"/>
              <a:chExt cx="2519071" cy="707886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7ADCB617-7C03-B5A3-174B-3634061E87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48331" y="4138234"/>
                <a:ext cx="2241434" cy="7863"/>
              </a:xfrm>
              <a:prstGeom prst="straightConnector1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E268EAD-7F41-EF5A-66A5-251BA7F7D94F}"/>
                  </a:ext>
                </a:extLst>
              </p:cNvPr>
              <p:cNvSpPr txBox="1"/>
              <p:nvPr/>
            </p:nvSpPr>
            <p:spPr>
              <a:xfrm>
                <a:off x="1758926" y="3453036"/>
                <a:ext cx="24084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TID structures are 100-1000 km long.</a:t>
                </a:r>
              </a:p>
            </p:txBody>
          </p:sp>
        </p:grp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34BDB2-47D7-C02A-B7E9-134EB7228919}"/>
                </a:ext>
              </a:extLst>
            </p:cNvPr>
            <p:cNvSpPr/>
            <p:nvPr/>
          </p:nvSpPr>
          <p:spPr>
            <a:xfrm>
              <a:off x="870857" y="4550227"/>
              <a:ext cx="2786743" cy="1012373"/>
            </a:xfrm>
            <a:custGeom>
              <a:avLst/>
              <a:gdLst>
                <a:gd name="connsiteX0" fmla="*/ 0 w 2786743"/>
                <a:gd name="connsiteY0" fmla="*/ 1012373 h 1012373"/>
                <a:gd name="connsiteX1" fmla="*/ 1382486 w 2786743"/>
                <a:gd name="connsiteY1" fmla="*/ 2 h 1012373"/>
                <a:gd name="connsiteX2" fmla="*/ 2786743 w 2786743"/>
                <a:gd name="connsiteY2" fmla="*/ 1001487 h 10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86743" h="1012373">
                  <a:moveTo>
                    <a:pt x="0" y="1012373"/>
                  </a:moveTo>
                  <a:cubicBezTo>
                    <a:pt x="459014" y="507094"/>
                    <a:pt x="918029" y="1816"/>
                    <a:pt x="1382486" y="2"/>
                  </a:cubicBezTo>
                  <a:cubicBezTo>
                    <a:pt x="1846943" y="-1812"/>
                    <a:pt x="2541815" y="830944"/>
                    <a:pt x="2786743" y="1001487"/>
                  </a:cubicBezTo>
                </a:path>
              </a:pathLst>
            </a:custGeom>
            <a:noFill/>
            <a:ln w="38100">
              <a:solidFill>
                <a:srgbClr val="FFFF0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054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Chakraborty, Shibaji</dc:creator>
  <cp:lastModifiedBy>Chakraborty, Shibaji</cp:lastModifiedBy>
  <cp:revision>1</cp:revision>
  <dcterms:created xsi:type="dcterms:W3CDTF">2025-05-02T14:55:52Z</dcterms:created>
  <dcterms:modified xsi:type="dcterms:W3CDTF">2025-05-02T15:40:24Z</dcterms:modified>
</cp:coreProperties>
</file>